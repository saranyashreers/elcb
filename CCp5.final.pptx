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6" r:id="rId1"/>
  </p:sldMasterIdLst>
  <p:notesMasterIdLst>
    <p:notesMasterId r:id="rId14"/>
  </p:notesMasterIdLst>
  <p:sldIdLst>
    <p:sldId id="375" r:id="rId2"/>
    <p:sldId id="400" r:id="rId3"/>
    <p:sldId id="404" r:id="rId4"/>
    <p:sldId id="391" r:id="rId5"/>
    <p:sldId id="393" r:id="rId6"/>
    <p:sldId id="401" r:id="rId7"/>
    <p:sldId id="395" r:id="rId8"/>
    <p:sldId id="405" r:id="rId9"/>
    <p:sldId id="392" r:id="rId10"/>
    <p:sldId id="403" r:id="rId11"/>
    <p:sldId id="406" r:id="rId12"/>
    <p:sldId id="390"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1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C068001-86CC-4679-B5FB-0ECD48F74FFF}"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44"/>
      </p:cViewPr>
      <p:guideLst>
        <p:guide orient="horz" pos="2160"/>
        <p:guide pos="381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1048679"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8680"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36307753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1048615"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8616"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115604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98372D40-FD71-BFAC-C091-90CBE7A173FE}"/>
            </a:ext>
          </a:extLst>
        </p:cNvPr>
        <p:cNvGrpSpPr/>
        <p:nvPr/>
      </p:nvGrpSpPr>
      <p:grpSpPr>
        <a:xfrm>
          <a:off x="0" y="0"/>
          <a:ext cx="0" cy="0"/>
          <a:chOff x="0" y="0"/>
          <a:chExt cx="0" cy="0"/>
        </a:xfrm>
      </p:grpSpPr>
      <p:sp>
        <p:nvSpPr>
          <p:cNvPr id="1048615" name="Google Shape;81;p1:notes">
            <a:extLst>
              <a:ext uri="{FF2B5EF4-FFF2-40B4-BE49-F238E27FC236}">
                <a16:creationId xmlns:a16="http://schemas.microsoft.com/office/drawing/2014/main" id="{AB1309A2-80E2-4932-08E2-AFCDE22FF38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8616" name="Google Shape;82;p1:notes">
            <a:extLst>
              <a:ext uri="{FF2B5EF4-FFF2-40B4-BE49-F238E27FC236}">
                <a16:creationId xmlns:a16="http://schemas.microsoft.com/office/drawing/2014/main" id="{22EF73D2-F83B-E6F7-DB79-9F593400E86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62161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3D7A0E13-6FFD-7EF3-43CB-846341E97902}"/>
            </a:ext>
          </a:extLst>
        </p:cNvPr>
        <p:cNvGrpSpPr/>
        <p:nvPr/>
      </p:nvGrpSpPr>
      <p:grpSpPr>
        <a:xfrm>
          <a:off x="0" y="0"/>
          <a:ext cx="0" cy="0"/>
          <a:chOff x="0" y="0"/>
          <a:chExt cx="0" cy="0"/>
        </a:xfrm>
      </p:grpSpPr>
      <p:sp>
        <p:nvSpPr>
          <p:cNvPr id="1048615" name="Google Shape;81;p1:notes">
            <a:extLst>
              <a:ext uri="{FF2B5EF4-FFF2-40B4-BE49-F238E27FC236}">
                <a16:creationId xmlns:a16="http://schemas.microsoft.com/office/drawing/2014/main" id="{EFF6C55A-233F-4D54-06C5-27017DA3D6C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8616" name="Google Shape;82;p1:notes">
            <a:extLst>
              <a:ext uri="{FF2B5EF4-FFF2-40B4-BE49-F238E27FC236}">
                <a16:creationId xmlns:a16="http://schemas.microsoft.com/office/drawing/2014/main" id="{8DCEC3AD-4E5E-6775-B455-3C4CB2671A7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111950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1048615"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8616"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819342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1048615"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8616"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47158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1"/>
        <p:cNvGrpSpPr/>
        <p:nvPr/>
      </p:nvGrpSpPr>
      <p:grpSpPr>
        <a:xfrm>
          <a:off x="0" y="0"/>
          <a:ext cx="0" cy="0"/>
          <a:chOff x="0" y="0"/>
          <a:chExt cx="0" cy="0"/>
        </a:xfrm>
      </p:grpSpPr>
      <p:sp>
        <p:nvSpPr>
          <p:cNvPr id="1048601" name="Google Shape;12;p2"/>
          <p:cNvSpPr txBox="1">
            <a:spLocks noGrp="1"/>
          </p:cNvSpPr>
          <p:nvPr>
            <p:ph type="title"/>
          </p:nvPr>
        </p:nvSpPr>
        <p:spPr>
          <a:xfrm>
            <a:off x="839788" y="365125"/>
            <a:ext cx="10515600" cy="13257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chemeClr val="dk1"/>
              </a:buClr>
              <a:buSzPts val="1800"/>
              <a:buNone/>
            </a:lvl1pPr>
            <a:lvl2pPr lvl="1" rtl="0">
              <a:spcBef>
                <a:spcPts val="0"/>
              </a:spcBef>
              <a:spcAft>
                <a:spcPts val="0"/>
              </a:spcAft>
              <a:buSzPts val="1400"/>
              <a:buNone/>
            </a:lvl2pPr>
            <a:lvl3pPr lvl="2" rtl="0">
              <a:spcBef>
                <a:spcPts val="0"/>
              </a:spcBef>
              <a:spcAft>
                <a:spcPts val="0"/>
              </a:spcAft>
              <a:buSzPts val="1400"/>
              <a:buNone/>
            </a:lvl3pPr>
            <a:lvl4pPr lvl="3" rtl="0">
              <a:spcBef>
                <a:spcPts val="0"/>
              </a:spcBef>
              <a:spcAft>
                <a:spcPts val="0"/>
              </a:spcAft>
              <a:buSzPts val="1400"/>
              <a:buNone/>
            </a:lvl4pPr>
            <a:lvl5pPr lvl="4" rtl="0">
              <a:spcBef>
                <a:spcPts val="0"/>
              </a:spcBef>
              <a:spcAft>
                <a:spcPts val="0"/>
              </a:spcAft>
              <a:buSzPts val="1400"/>
              <a:buNone/>
            </a:lvl5pPr>
            <a:lvl6pPr lvl="5" rtl="0">
              <a:spcBef>
                <a:spcPts val="0"/>
              </a:spcBef>
              <a:spcAft>
                <a:spcPts val="0"/>
              </a:spcAft>
              <a:buSzPts val="1400"/>
              <a:buNone/>
            </a:lvl6pPr>
            <a:lvl7pPr lvl="6" rtl="0">
              <a:spcBef>
                <a:spcPts val="0"/>
              </a:spcBef>
              <a:spcAft>
                <a:spcPts val="0"/>
              </a:spcAft>
              <a:buSzPts val="1400"/>
              <a:buNone/>
            </a:lvl7pPr>
            <a:lvl8pPr lvl="7" rtl="0">
              <a:spcBef>
                <a:spcPts val="0"/>
              </a:spcBef>
              <a:spcAft>
                <a:spcPts val="0"/>
              </a:spcAft>
              <a:buSzPts val="1400"/>
              <a:buNone/>
            </a:lvl8pPr>
            <a:lvl9pPr lvl="8" rtl="0">
              <a:spcBef>
                <a:spcPts val="0"/>
              </a:spcBef>
              <a:spcAft>
                <a:spcPts val="0"/>
              </a:spcAft>
              <a:buSzPts val="1400"/>
              <a:buNone/>
            </a:lvl9pPr>
          </a:lstStyle>
          <a:p>
            <a:r>
              <a:rPr lang="en-US"/>
              <a:t>Click to edit Master title style</a:t>
            </a:r>
            <a:endParaRPr/>
          </a:p>
        </p:txBody>
      </p:sp>
      <p:sp>
        <p:nvSpPr>
          <p:cNvPr id="1048602" name="Google Shape;13;p2"/>
          <p:cNvSpPr txBox="1">
            <a:spLocks noGrp="1"/>
          </p:cNvSpPr>
          <p:nvPr>
            <p:ph type="body" idx="1"/>
          </p:nvPr>
        </p:nvSpPr>
        <p:spPr>
          <a:xfrm>
            <a:off x="839788" y="1681163"/>
            <a:ext cx="5157900" cy="823800"/>
          </a:xfrm>
          <a:prstGeom prst="rect">
            <a:avLst/>
          </a:prstGeom>
          <a:noFill/>
          <a:ln>
            <a:noFill/>
          </a:ln>
        </p:spPr>
        <p:txBody>
          <a:bodyPr spcFirstLastPara="1" wrap="square" lIns="91425" tIns="45700" rIns="91425" bIns="45700" anchor="b" anchorCtr="0">
            <a:no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pPr lvl="0"/>
            <a:r>
              <a:rPr lang="en-US"/>
              <a:t>Click to edit Master text styles</a:t>
            </a:r>
          </a:p>
        </p:txBody>
      </p:sp>
      <p:sp>
        <p:nvSpPr>
          <p:cNvPr id="1048603" name="Google Shape;14;p2"/>
          <p:cNvSpPr txBox="1">
            <a:spLocks noGrp="1"/>
          </p:cNvSpPr>
          <p:nvPr>
            <p:ph type="body" idx="2"/>
          </p:nvPr>
        </p:nvSpPr>
        <p:spPr>
          <a:xfrm>
            <a:off x="839788" y="2505075"/>
            <a:ext cx="5157900" cy="36846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Char char="•"/>
            </a:lvl1pPr>
            <a:lvl2pPr marL="914400" lvl="1" indent="-342900" algn="l" rtl="0">
              <a:lnSpc>
                <a:spcPct val="90000"/>
              </a:lnSpc>
              <a:spcBef>
                <a:spcPts val="500"/>
              </a:spcBef>
              <a:spcAft>
                <a:spcPts val="0"/>
              </a:spcAft>
              <a:buClr>
                <a:schemeClr val="dk1"/>
              </a:buClr>
              <a:buSzPts val="1800"/>
              <a:buChar char="•"/>
            </a:lvl2pPr>
            <a:lvl3pPr marL="1371600" lvl="2" indent="-342900" algn="l" rtl="0">
              <a:lnSpc>
                <a:spcPct val="90000"/>
              </a:lnSpc>
              <a:spcBef>
                <a:spcPts val="500"/>
              </a:spcBef>
              <a:spcAft>
                <a:spcPts val="0"/>
              </a:spcAft>
              <a:buClr>
                <a:schemeClr val="dk1"/>
              </a:buClr>
              <a:buSzPts val="1800"/>
              <a:buChar char="•"/>
            </a:lvl3pPr>
            <a:lvl4pPr marL="1828800" lvl="3" indent="-342900" algn="l" rtl="0">
              <a:lnSpc>
                <a:spcPct val="90000"/>
              </a:lnSpc>
              <a:spcBef>
                <a:spcPts val="500"/>
              </a:spcBef>
              <a:spcAft>
                <a:spcPts val="0"/>
              </a:spcAft>
              <a:buClr>
                <a:schemeClr val="dk1"/>
              </a:buClr>
              <a:buSzPts val="1800"/>
              <a:buChar char="•"/>
            </a:lvl4pPr>
            <a:lvl5pPr marL="2286000" lvl="4" indent="-342900" algn="l" rtl="0">
              <a:lnSpc>
                <a:spcPct val="90000"/>
              </a:lnSpc>
              <a:spcBef>
                <a:spcPts val="500"/>
              </a:spcBef>
              <a:spcAft>
                <a:spcPts val="0"/>
              </a:spcAft>
              <a:buClr>
                <a:schemeClr val="dk1"/>
              </a:buClr>
              <a:buSzPts val="1800"/>
              <a:buChar char="•"/>
            </a:lvl5pPr>
            <a:lvl6pPr marL="2743200" lvl="5" indent="-342900" algn="l" rtl="0">
              <a:lnSpc>
                <a:spcPct val="90000"/>
              </a:lnSpc>
              <a:spcBef>
                <a:spcPts val="500"/>
              </a:spcBef>
              <a:spcAft>
                <a:spcPts val="0"/>
              </a:spcAft>
              <a:buClr>
                <a:schemeClr val="dk1"/>
              </a:buClr>
              <a:buSzPts val="1800"/>
              <a:buChar char="•"/>
            </a:lvl6pPr>
            <a:lvl7pPr marL="3200400" lvl="6" indent="-342900" algn="l" rtl="0">
              <a:lnSpc>
                <a:spcPct val="90000"/>
              </a:lnSpc>
              <a:spcBef>
                <a:spcPts val="500"/>
              </a:spcBef>
              <a:spcAft>
                <a:spcPts val="0"/>
              </a:spcAft>
              <a:buClr>
                <a:schemeClr val="dk1"/>
              </a:buClr>
              <a:buSzPts val="1800"/>
              <a:buChar char="•"/>
            </a:lvl7pPr>
            <a:lvl8pPr marL="3657600" lvl="7" indent="-342900" algn="l" rtl="0">
              <a:lnSpc>
                <a:spcPct val="90000"/>
              </a:lnSpc>
              <a:spcBef>
                <a:spcPts val="500"/>
              </a:spcBef>
              <a:spcAft>
                <a:spcPts val="0"/>
              </a:spcAft>
              <a:buClr>
                <a:schemeClr val="dk1"/>
              </a:buClr>
              <a:buSzPts val="1800"/>
              <a:buChar char="•"/>
            </a:lvl8pPr>
            <a:lvl9pPr marL="4114800" lvl="8" indent="-342900" algn="l" rtl="0">
              <a:lnSpc>
                <a:spcPct val="90000"/>
              </a:lnSpc>
              <a:spcBef>
                <a:spcPts val="500"/>
              </a:spcBef>
              <a:spcAft>
                <a:spcPts val="0"/>
              </a:spcAft>
              <a:buClr>
                <a:schemeClr val="dk1"/>
              </a:buClr>
              <a:buSzPts val="1800"/>
              <a:buChar char="•"/>
            </a:lvl9pPr>
          </a:lstStyle>
          <a:p>
            <a:pPr lvl="0"/>
            <a:r>
              <a:rPr lang="en-US"/>
              <a:t>Click to edit Master text styles</a:t>
            </a:r>
          </a:p>
        </p:txBody>
      </p:sp>
      <p:sp>
        <p:nvSpPr>
          <p:cNvPr id="1048604" name="Google Shape;15;p2"/>
          <p:cNvSpPr txBox="1">
            <a:spLocks noGrp="1"/>
          </p:cNvSpPr>
          <p:nvPr>
            <p:ph type="body" idx="3"/>
          </p:nvPr>
        </p:nvSpPr>
        <p:spPr>
          <a:xfrm>
            <a:off x="6172200" y="1681163"/>
            <a:ext cx="5183100" cy="823800"/>
          </a:xfrm>
          <a:prstGeom prst="rect">
            <a:avLst/>
          </a:prstGeom>
          <a:noFill/>
          <a:ln>
            <a:noFill/>
          </a:ln>
        </p:spPr>
        <p:txBody>
          <a:bodyPr spcFirstLastPara="1" wrap="square" lIns="91425" tIns="45700" rIns="91425" bIns="45700" anchor="b" anchorCtr="0">
            <a:no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pPr lvl="0"/>
            <a:r>
              <a:rPr lang="en-US"/>
              <a:t>Click to edit Master text styles</a:t>
            </a:r>
          </a:p>
        </p:txBody>
      </p:sp>
      <p:sp>
        <p:nvSpPr>
          <p:cNvPr id="1048605" name="Google Shape;16;p2"/>
          <p:cNvSpPr txBox="1">
            <a:spLocks noGrp="1"/>
          </p:cNvSpPr>
          <p:nvPr>
            <p:ph type="body" idx="4"/>
          </p:nvPr>
        </p:nvSpPr>
        <p:spPr>
          <a:xfrm>
            <a:off x="6172200" y="2505075"/>
            <a:ext cx="5183100" cy="36846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Char char="•"/>
            </a:lvl1pPr>
            <a:lvl2pPr marL="914400" lvl="1" indent="-342900" algn="l" rtl="0">
              <a:lnSpc>
                <a:spcPct val="90000"/>
              </a:lnSpc>
              <a:spcBef>
                <a:spcPts val="500"/>
              </a:spcBef>
              <a:spcAft>
                <a:spcPts val="0"/>
              </a:spcAft>
              <a:buClr>
                <a:schemeClr val="dk1"/>
              </a:buClr>
              <a:buSzPts val="1800"/>
              <a:buChar char="•"/>
            </a:lvl2pPr>
            <a:lvl3pPr marL="1371600" lvl="2" indent="-342900" algn="l" rtl="0">
              <a:lnSpc>
                <a:spcPct val="90000"/>
              </a:lnSpc>
              <a:spcBef>
                <a:spcPts val="500"/>
              </a:spcBef>
              <a:spcAft>
                <a:spcPts val="0"/>
              </a:spcAft>
              <a:buClr>
                <a:schemeClr val="dk1"/>
              </a:buClr>
              <a:buSzPts val="1800"/>
              <a:buChar char="•"/>
            </a:lvl3pPr>
            <a:lvl4pPr marL="1828800" lvl="3" indent="-342900" algn="l" rtl="0">
              <a:lnSpc>
                <a:spcPct val="90000"/>
              </a:lnSpc>
              <a:spcBef>
                <a:spcPts val="500"/>
              </a:spcBef>
              <a:spcAft>
                <a:spcPts val="0"/>
              </a:spcAft>
              <a:buClr>
                <a:schemeClr val="dk1"/>
              </a:buClr>
              <a:buSzPts val="1800"/>
              <a:buChar char="•"/>
            </a:lvl4pPr>
            <a:lvl5pPr marL="2286000" lvl="4" indent="-342900" algn="l" rtl="0">
              <a:lnSpc>
                <a:spcPct val="90000"/>
              </a:lnSpc>
              <a:spcBef>
                <a:spcPts val="500"/>
              </a:spcBef>
              <a:spcAft>
                <a:spcPts val="0"/>
              </a:spcAft>
              <a:buClr>
                <a:schemeClr val="dk1"/>
              </a:buClr>
              <a:buSzPts val="1800"/>
              <a:buChar char="•"/>
            </a:lvl5pPr>
            <a:lvl6pPr marL="2743200" lvl="5" indent="-342900" algn="l" rtl="0">
              <a:lnSpc>
                <a:spcPct val="90000"/>
              </a:lnSpc>
              <a:spcBef>
                <a:spcPts val="500"/>
              </a:spcBef>
              <a:spcAft>
                <a:spcPts val="0"/>
              </a:spcAft>
              <a:buClr>
                <a:schemeClr val="dk1"/>
              </a:buClr>
              <a:buSzPts val="1800"/>
              <a:buChar char="•"/>
            </a:lvl6pPr>
            <a:lvl7pPr marL="3200400" lvl="6" indent="-342900" algn="l" rtl="0">
              <a:lnSpc>
                <a:spcPct val="90000"/>
              </a:lnSpc>
              <a:spcBef>
                <a:spcPts val="500"/>
              </a:spcBef>
              <a:spcAft>
                <a:spcPts val="0"/>
              </a:spcAft>
              <a:buClr>
                <a:schemeClr val="dk1"/>
              </a:buClr>
              <a:buSzPts val="1800"/>
              <a:buChar char="•"/>
            </a:lvl7pPr>
            <a:lvl8pPr marL="3657600" lvl="7" indent="-342900" algn="l" rtl="0">
              <a:lnSpc>
                <a:spcPct val="90000"/>
              </a:lnSpc>
              <a:spcBef>
                <a:spcPts val="500"/>
              </a:spcBef>
              <a:spcAft>
                <a:spcPts val="0"/>
              </a:spcAft>
              <a:buClr>
                <a:schemeClr val="dk1"/>
              </a:buClr>
              <a:buSzPts val="1800"/>
              <a:buChar char="•"/>
            </a:lvl8pPr>
            <a:lvl9pPr marL="4114800" lvl="8" indent="-342900" algn="l" rtl="0">
              <a:lnSpc>
                <a:spcPct val="90000"/>
              </a:lnSpc>
              <a:spcBef>
                <a:spcPts val="500"/>
              </a:spcBef>
              <a:spcAft>
                <a:spcPts val="0"/>
              </a:spcAft>
              <a:buClr>
                <a:schemeClr val="dk1"/>
              </a:buClr>
              <a:buSzPts val="1800"/>
              <a:buChar char="•"/>
            </a:lvl9pPr>
          </a:lstStyle>
          <a:p>
            <a:pPr lvl="0"/>
            <a:r>
              <a:rPr lang="en-US"/>
              <a:t>Click to edit Master text styles</a:t>
            </a:r>
          </a:p>
        </p:txBody>
      </p:sp>
      <p:sp>
        <p:nvSpPr>
          <p:cNvPr id="1048606" name="Google Shape;17;p2"/>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200">
                <a:solidFill>
                  <a:srgbClr val="898989"/>
                </a:solidFill>
              </a:defRPr>
            </a:lvl1pPr>
            <a:lvl2pPr lvl="1" algn="l" rtl="0">
              <a:lnSpc>
                <a:spcPct val="100000"/>
              </a:lnSpc>
              <a:spcBef>
                <a:spcPts val="0"/>
              </a:spcBef>
              <a:spcAft>
                <a:spcPts val="0"/>
              </a:spcAft>
              <a:buSzPts val="1400"/>
              <a:buNone/>
            </a:lvl2pPr>
            <a:lvl3pPr lvl="2" algn="l" rtl="0">
              <a:lnSpc>
                <a:spcPct val="100000"/>
              </a:lnSpc>
              <a:spcBef>
                <a:spcPts val="0"/>
              </a:spcBef>
              <a:spcAft>
                <a:spcPts val="0"/>
              </a:spcAft>
              <a:buSzPts val="1400"/>
              <a:buNone/>
            </a:lvl3pPr>
            <a:lvl4pPr lvl="3" algn="l" rtl="0">
              <a:lnSpc>
                <a:spcPct val="100000"/>
              </a:lnSpc>
              <a:spcBef>
                <a:spcPts val="0"/>
              </a:spcBef>
              <a:spcAft>
                <a:spcPts val="0"/>
              </a:spcAft>
              <a:buSzPts val="1400"/>
              <a:buNone/>
            </a:lvl4pPr>
            <a:lvl5pPr lvl="4" algn="l" rtl="0">
              <a:lnSpc>
                <a:spcPct val="100000"/>
              </a:lnSpc>
              <a:spcBef>
                <a:spcPts val="0"/>
              </a:spcBef>
              <a:spcAft>
                <a:spcPts val="0"/>
              </a:spcAft>
              <a:buSzPts val="1400"/>
              <a:buNone/>
            </a:lvl5pPr>
            <a:lvl6pPr lvl="5" algn="l" rtl="0">
              <a:lnSpc>
                <a:spcPct val="100000"/>
              </a:lnSpc>
              <a:spcBef>
                <a:spcPts val="0"/>
              </a:spcBef>
              <a:spcAft>
                <a:spcPts val="0"/>
              </a:spcAft>
              <a:buSzPts val="1400"/>
              <a:buNone/>
            </a:lvl6pPr>
            <a:lvl7pPr lvl="6" algn="l" rtl="0">
              <a:lnSpc>
                <a:spcPct val="100000"/>
              </a:lnSpc>
              <a:spcBef>
                <a:spcPts val="0"/>
              </a:spcBef>
              <a:spcAft>
                <a:spcPts val="0"/>
              </a:spcAft>
              <a:buSzPts val="1400"/>
              <a:buNone/>
            </a:lvl7pPr>
            <a:lvl8pPr lvl="7" algn="l" rtl="0">
              <a:lnSpc>
                <a:spcPct val="100000"/>
              </a:lnSpc>
              <a:spcBef>
                <a:spcPts val="0"/>
              </a:spcBef>
              <a:spcAft>
                <a:spcPts val="0"/>
              </a:spcAft>
              <a:buSzPts val="1400"/>
              <a:buNone/>
            </a:lvl8pPr>
            <a:lvl9pPr lvl="8" algn="l" rtl="0">
              <a:lnSpc>
                <a:spcPct val="100000"/>
              </a:lnSpc>
              <a:spcBef>
                <a:spcPts val="0"/>
              </a:spcBef>
              <a:spcAft>
                <a:spcPts val="0"/>
              </a:spcAft>
              <a:buSzPts val="1400"/>
              <a:buNone/>
            </a:lvl9pPr>
          </a:lstStyle>
          <a:p>
            <a:r>
              <a:rPr lang="en-US"/>
              <a:t>Chennai Institute of Technology</a:t>
            </a:r>
            <a:endParaRPr/>
          </a:p>
        </p:txBody>
      </p:sp>
      <p:sp>
        <p:nvSpPr>
          <p:cNvPr id="1048607" name="Google Shape;18;p2"/>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lvl1pPr>
            <a:lvl2pPr lvl="1" algn="l" rtl="0">
              <a:lnSpc>
                <a:spcPct val="100000"/>
              </a:lnSpc>
              <a:spcBef>
                <a:spcPts val="0"/>
              </a:spcBef>
              <a:spcAft>
                <a:spcPts val="0"/>
              </a:spcAft>
              <a:buSzPts val="1400"/>
              <a:buNone/>
            </a:lvl2pPr>
            <a:lvl3pPr lvl="2" algn="l" rtl="0">
              <a:lnSpc>
                <a:spcPct val="100000"/>
              </a:lnSpc>
              <a:spcBef>
                <a:spcPts val="0"/>
              </a:spcBef>
              <a:spcAft>
                <a:spcPts val="0"/>
              </a:spcAft>
              <a:buSzPts val="1400"/>
              <a:buNone/>
            </a:lvl3pPr>
            <a:lvl4pPr lvl="3" algn="l" rtl="0">
              <a:lnSpc>
                <a:spcPct val="100000"/>
              </a:lnSpc>
              <a:spcBef>
                <a:spcPts val="0"/>
              </a:spcBef>
              <a:spcAft>
                <a:spcPts val="0"/>
              </a:spcAft>
              <a:buSzPts val="1400"/>
              <a:buNone/>
            </a:lvl4pPr>
            <a:lvl5pPr lvl="4" algn="l" rtl="0">
              <a:lnSpc>
                <a:spcPct val="100000"/>
              </a:lnSpc>
              <a:spcBef>
                <a:spcPts val="0"/>
              </a:spcBef>
              <a:spcAft>
                <a:spcPts val="0"/>
              </a:spcAft>
              <a:buSzPts val="1400"/>
              <a:buNone/>
            </a:lvl5pPr>
            <a:lvl6pPr lvl="5" algn="l" rtl="0">
              <a:lnSpc>
                <a:spcPct val="100000"/>
              </a:lnSpc>
              <a:spcBef>
                <a:spcPts val="0"/>
              </a:spcBef>
              <a:spcAft>
                <a:spcPts val="0"/>
              </a:spcAft>
              <a:buSzPts val="1400"/>
              <a:buNone/>
            </a:lvl6pPr>
            <a:lvl7pPr lvl="6" algn="l" rtl="0">
              <a:lnSpc>
                <a:spcPct val="100000"/>
              </a:lnSpc>
              <a:spcBef>
                <a:spcPts val="0"/>
              </a:spcBef>
              <a:spcAft>
                <a:spcPts val="0"/>
              </a:spcAft>
              <a:buSzPts val="1400"/>
              <a:buNone/>
            </a:lvl7pPr>
            <a:lvl8pPr lvl="7" algn="l" rtl="0">
              <a:lnSpc>
                <a:spcPct val="100000"/>
              </a:lnSpc>
              <a:spcBef>
                <a:spcPts val="0"/>
              </a:spcBef>
              <a:spcAft>
                <a:spcPts val="0"/>
              </a:spcAft>
              <a:buSzPts val="1400"/>
              <a:buNone/>
            </a:lvl8pPr>
            <a:lvl9pPr lvl="8" algn="l" rtl="0">
              <a:lnSpc>
                <a:spcPct val="100000"/>
              </a:lnSpc>
              <a:spcBef>
                <a:spcPts val="0"/>
              </a:spcBef>
              <a:spcAft>
                <a:spcPts val="0"/>
              </a:spcAft>
              <a:buSzPts val="1400"/>
              <a:buNone/>
            </a:lvl9pPr>
          </a:lstStyle>
          <a:p>
            <a:r>
              <a:rPr lang="en-US"/>
              <a:t>Department of Electrical and Electronics Engineering</a:t>
            </a:r>
            <a:endParaRPr/>
          </a:p>
        </p:txBody>
      </p:sp>
      <p:sp>
        <p:nvSpPr>
          <p:cNvPr id="1048608" name="Google Shape;19;p2"/>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3"/>
        <p:cNvGrpSpPr/>
        <p:nvPr/>
      </p:nvGrpSpPr>
      <p:grpSpPr>
        <a:xfrm>
          <a:off x="0" y="0"/>
          <a:ext cx="0" cy="0"/>
          <a:chOff x="0" y="0"/>
          <a:chExt cx="0" cy="0"/>
        </a:xfrm>
      </p:grpSpPr>
      <p:sp>
        <p:nvSpPr>
          <p:cNvPr id="1048660" name="Google Shape;34;p5"/>
          <p:cNvSpPr txBox="1">
            <a:spLocks noGrp="1"/>
          </p:cNvSpPr>
          <p:nvPr>
            <p:ph type="title"/>
          </p:nvPr>
        </p:nvSpPr>
        <p:spPr>
          <a:xfrm rot="5400000">
            <a:off x="7133400" y="1956625"/>
            <a:ext cx="5811900" cy="26289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chemeClr val="dk1"/>
              </a:buClr>
              <a:buSzPts val="1800"/>
              <a:buNone/>
            </a:lvl1pPr>
            <a:lvl2pPr lvl="1" rtl="0">
              <a:spcBef>
                <a:spcPts val="0"/>
              </a:spcBef>
              <a:spcAft>
                <a:spcPts val="0"/>
              </a:spcAft>
              <a:buSzPts val="1400"/>
              <a:buNone/>
            </a:lvl2pPr>
            <a:lvl3pPr lvl="2" rtl="0">
              <a:spcBef>
                <a:spcPts val="0"/>
              </a:spcBef>
              <a:spcAft>
                <a:spcPts val="0"/>
              </a:spcAft>
              <a:buSzPts val="1400"/>
              <a:buNone/>
            </a:lvl3pPr>
            <a:lvl4pPr lvl="3" rtl="0">
              <a:spcBef>
                <a:spcPts val="0"/>
              </a:spcBef>
              <a:spcAft>
                <a:spcPts val="0"/>
              </a:spcAft>
              <a:buSzPts val="1400"/>
              <a:buNone/>
            </a:lvl4pPr>
            <a:lvl5pPr lvl="4" rtl="0">
              <a:spcBef>
                <a:spcPts val="0"/>
              </a:spcBef>
              <a:spcAft>
                <a:spcPts val="0"/>
              </a:spcAft>
              <a:buSzPts val="1400"/>
              <a:buNone/>
            </a:lvl5pPr>
            <a:lvl6pPr lvl="5" rtl="0">
              <a:spcBef>
                <a:spcPts val="0"/>
              </a:spcBef>
              <a:spcAft>
                <a:spcPts val="0"/>
              </a:spcAft>
              <a:buSzPts val="1400"/>
              <a:buNone/>
            </a:lvl6pPr>
            <a:lvl7pPr lvl="6" rtl="0">
              <a:spcBef>
                <a:spcPts val="0"/>
              </a:spcBef>
              <a:spcAft>
                <a:spcPts val="0"/>
              </a:spcAft>
              <a:buSzPts val="1400"/>
              <a:buNone/>
            </a:lvl7pPr>
            <a:lvl8pPr lvl="7" rtl="0">
              <a:spcBef>
                <a:spcPts val="0"/>
              </a:spcBef>
              <a:spcAft>
                <a:spcPts val="0"/>
              </a:spcAft>
              <a:buSzPts val="1400"/>
              <a:buNone/>
            </a:lvl8pPr>
            <a:lvl9pPr lvl="8" rtl="0">
              <a:spcBef>
                <a:spcPts val="0"/>
              </a:spcBef>
              <a:spcAft>
                <a:spcPts val="0"/>
              </a:spcAft>
              <a:buSzPts val="1400"/>
              <a:buNone/>
            </a:lvl9pPr>
          </a:lstStyle>
          <a:p>
            <a:r>
              <a:rPr lang="en-US"/>
              <a:t>Click to edit Master title style</a:t>
            </a:r>
            <a:endParaRPr/>
          </a:p>
        </p:txBody>
      </p:sp>
      <p:sp>
        <p:nvSpPr>
          <p:cNvPr id="1048661" name="Google Shape;35;p5"/>
          <p:cNvSpPr txBox="1">
            <a:spLocks noGrp="1"/>
          </p:cNvSpPr>
          <p:nvPr>
            <p:ph type="body" idx="1"/>
          </p:nvPr>
        </p:nvSpPr>
        <p:spPr>
          <a:xfrm rot="5400000">
            <a:off x="1799400" y="-596075"/>
            <a:ext cx="5811900" cy="77343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Char char="•"/>
            </a:lvl1pPr>
            <a:lvl2pPr marL="914400" lvl="1" indent="-342900" algn="l" rtl="0">
              <a:lnSpc>
                <a:spcPct val="90000"/>
              </a:lnSpc>
              <a:spcBef>
                <a:spcPts val="500"/>
              </a:spcBef>
              <a:spcAft>
                <a:spcPts val="0"/>
              </a:spcAft>
              <a:buClr>
                <a:schemeClr val="dk1"/>
              </a:buClr>
              <a:buSzPts val="1800"/>
              <a:buChar char="•"/>
            </a:lvl2pPr>
            <a:lvl3pPr marL="1371600" lvl="2" indent="-342900" algn="l" rtl="0">
              <a:lnSpc>
                <a:spcPct val="90000"/>
              </a:lnSpc>
              <a:spcBef>
                <a:spcPts val="500"/>
              </a:spcBef>
              <a:spcAft>
                <a:spcPts val="0"/>
              </a:spcAft>
              <a:buClr>
                <a:schemeClr val="dk1"/>
              </a:buClr>
              <a:buSzPts val="1800"/>
              <a:buChar char="•"/>
            </a:lvl3pPr>
            <a:lvl4pPr marL="1828800" lvl="3" indent="-342900" algn="l" rtl="0">
              <a:lnSpc>
                <a:spcPct val="90000"/>
              </a:lnSpc>
              <a:spcBef>
                <a:spcPts val="500"/>
              </a:spcBef>
              <a:spcAft>
                <a:spcPts val="0"/>
              </a:spcAft>
              <a:buClr>
                <a:schemeClr val="dk1"/>
              </a:buClr>
              <a:buSzPts val="1800"/>
              <a:buChar char="•"/>
            </a:lvl4pPr>
            <a:lvl5pPr marL="2286000" lvl="4" indent="-342900" algn="l" rtl="0">
              <a:lnSpc>
                <a:spcPct val="90000"/>
              </a:lnSpc>
              <a:spcBef>
                <a:spcPts val="500"/>
              </a:spcBef>
              <a:spcAft>
                <a:spcPts val="0"/>
              </a:spcAft>
              <a:buClr>
                <a:schemeClr val="dk1"/>
              </a:buClr>
              <a:buSzPts val="1800"/>
              <a:buChar char="•"/>
            </a:lvl5pPr>
            <a:lvl6pPr marL="2743200" lvl="5" indent="-342900" algn="l" rtl="0">
              <a:lnSpc>
                <a:spcPct val="90000"/>
              </a:lnSpc>
              <a:spcBef>
                <a:spcPts val="500"/>
              </a:spcBef>
              <a:spcAft>
                <a:spcPts val="0"/>
              </a:spcAft>
              <a:buClr>
                <a:schemeClr val="dk1"/>
              </a:buClr>
              <a:buSzPts val="1800"/>
              <a:buChar char="•"/>
            </a:lvl6pPr>
            <a:lvl7pPr marL="3200400" lvl="6" indent="-342900" algn="l" rtl="0">
              <a:lnSpc>
                <a:spcPct val="90000"/>
              </a:lnSpc>
              <a:spcBef>
                <a:spcPts val="500"/>
              </a:spcBef>
              <a:spcAft>
                <a:spcPts val="0"/>
              </a:spcAft>
              <a:buClr>
                <a:schemeClr val="dk1"/>
              </a:buClr>
              <a:buSzPts val="1800"/>
              <a:buChar char="•"/>
            </a:lvl7pPr>
            <a:lvl8pPr marL="3657600" lvl="7" indent="-342900" algn="l" rtl="0">
              <a:lnSpc>
                <a:spcPct val="90000"/>
              </a:lnSpc>
              <a:spcBef>
                <a:spcPts val="500"/>
              </a:spcBef>
              <a:spcAft>
                <a:spcPts val="0"/>
              </a:spcAft>
              <a:buClr>
                <a:schemeClr val="dk1"/>
              </a:buClr>
              <a:buSzPts val="1800"/>
              <a:buChar char="•"/>
            </a:lvl8pPr>
            <a:lvl9pPr marL="4114800" lvl="8" indent="-342900" algn="l" rtl="0">
              <a:lnSpc>
                <a:spcPct val="90000"/>
              </a:lnSpc>
              <a:spcBef>
                <a:spcPts val="500"/>
              </a:spcBef>
              <a:spcAft>
                <a:spcPts val="0"/>
              </a:spcAft>
              <a:buClr>
                <a:schemeClr val="dk1"/>
              </a:buClr>
              <a:buSzPts val="1800"/>
              <a:buChar char="•"/>
            </a:lvl9pPr>
          </a:lstStyle>
          <a:p>
            <a:pPr lvl="0"/>
            <a:r>
              <a:rPr lang="en-US"/>
              <a:t>Click to edit Master text styles</a:t>
            </a:r>
          </a:p>
        </p:txBody>
      </p:sp>
      <p:sp>
        <p:nvSpPr>
          <p:cNvPr id="1048662" name="Google Shape;36;p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200">
                <a:solidFill>
                  <a:srgbClr val="898989"/>
                </a:solidFill>
              </a:defRPr>
            </a:lvl1pPr>
            <a:lvl2pPr lvl="1" algn="l" rtl="0">
              <a:lnSpc>
                <a:spcPct val="100000"/>
              </a:lnSpc>
              <a:spcBef>
                <a:spcPts val="0"/>
              </a:spcBef>
              <a:spcAft>
                <a:spcPts val="0"/>
              </a:spcAft>
              <a:buSzPts val="1400"/>
              <a:buNone/>
            </a:lvl2pPr>
            <a:lvl3pPr lvl="2" algn="l" rtl="0">
              <a:lnSpc>
                <a:spcPct val="100000"/>
              </a:lnSpc>
              <a:spcBef>
                <a:spcPts val="0"/>
              </a:spcBef>
              <a:spcAft>
                <a:spcPts val="0"/>
              </a:spcAft>
              <a:buSzPts val="1400"/>
              <a:buNone/>
            </a:lvl3pPr>
            <a:lvl4pPr lvl="3" algn="l" rtl="0">
              <a:lnSpc>
                <a:spcPct val="100000"/>
              </a:lnSpc>
              <a:spcBef>
                <a:spcPts val="0"/>
              </a:spcBef>
              <a:spcAft>
                <a:spcPts val="0"/>
              </a:spcAft>
              <a:buSzPts val="1400"/>
              <a:buNone/>
            </a:lvl4pPr>
            <a:lvl5pPr lvl="4" algn="l" rtl="0">
              <a:lnSpc>
                <a:spcPct val="100000"/>
              </a:lnSpc>
              <a:spcBef>
                <a:spcPts val="0"/>
              </a:spcBef>
              <a:spcAft>
                <a:spcPts val="0"/>
              </a:spcAft>
              <a:buSzPts val="1400"/>
              <a:buNone/>
            </a:lvl5pPr>
            <a:lvl6pPr lvl="5" algn="l" rtl="0">
              <a:lnSpc>
                <a:spcPct val="100000"/>
              </a:lnSpc>
              <a:spcBef>
                <a:spcPts val="0"/>
              </a:spcBef>
              <a:spcAft>
                <a:spcPts val="0"/>
              </a:spcAft>
              <a:buSzPts val="1400"/>
              <a:buNone/>
            </a:lvl6pPr>
            <a:lvl7pPr lvl="6" algn="l" rtl="0">
              <a:lnSpc>
                <a:spcPct val="100000"/>
              </a:lnSpc>
              <a:spcBef>
                <a:spcPts val="0"/>
              </a:spcBef>
              <a:spcAft>
                <a:spcPts val="0"/>
              </a:spcAft>
              <a:buSzPts val="1400"/>
              <a:buNone/>
            </a:lvl7pPr>
            <a:lvl8pPr lvl="7" algn="l" rtl="0">
              <a:lnSpc>
                <a:spcPct val="100000"/>
              </a:lnSpc>
              <a:spcBef>
                <a:spcPts val="0"/>
              </a:spcBef>
              <a:spcAft>
                <a:spcPts val="0"/>
              </a:spcAft>
              <a:buSzPts val="1400"/>
              <a:buNone/>
            </a:lvl8pPr>
            <a:lvl9pPr lvl="8" algn="l" rtl="0">
              <a:lnSpc>
                <a:spcPct val="100000"/>
              </a:lnSpc>
              <a:spcBef>
                <a:spcPts val="0"/>
              </a:spcBef>
              <a:spcAft>
                <a:spcPts val="0"/>
              </a:spcAft>
              <a:buSzPts val="1400"/>
              <a:buNone/>
            </a:lvl9pPr>
          </a:lstStyle>
          <a:p>
            <a:r>
              <a:rPr lang="en-US"/>
              <a:t>Chennai Institute of Technology</a:t>
            </a:r>
            <a:endParaRPr/>
          </a:p>
        </p:txBody>
      </p:sp>
      <p:sp>
        <p:nvSpPr>
          <p:cNvPr id="1048663" name="Google Shape;37;p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lvl1pPr>
            <a:lvl2pPr lvl="1" algn="l" rtl="0">
              <a:lnSpc>
                <a:spcPct val="100000"/>
              </a:lnSpc>
              <a:spcBef>
                <a:spcPts val="0"/>
              </a:spcBef>
              <a:spcAft>
                <a:spcPts val="0"/>
              </a:spcAft>
              <a:buSzPts val="1400"/>
              <a:buNone/>
            </a:lvl2pPr>
            <a:lvl3pPr lvl="2" algn="l" rtl="0">
              <a:lnSpc>
                <a:spcPct val="100000"/>
              </a:lnSpc>
              <a:spcBef>
                <a:spcPts val="0"/>
              </a:spcBef>
              <a:spcAft>
                <a:spcPts val="0"/>
              </a:spcAft>
              <a:buSzPts val="1400"/>
              <a:buNone/>
            </a:lvl3pPr>
            <a:lvl4pPr lvl="3" algn="l" rtl="0">
              <a:lnSpc>
                <a:spcPct val="100000"/>
              </a:lnSpc>
              <a:spcBef>
                <a:spcPts val="0"/>
              </a:spcBef>
              <a:spcAft>
                <a:spcPts val="0"/>
              </a:spcAft>
              <a:buSzPts val="1400"/>
              <a:buNone/>
            </a:lvl4pPr>
            <a:lvl5pPr lvl="4" algn="l" rtl="0">
              <a:lnSpc>
                <a:spcPct val="100000"/>
              </a:lnSpc>
              <a:spcBef>
                <a:spcPts val="0"/>
              </a:spcBef>
              <a:spcAft>
                <a:spcPts val="0"/>
              </a:spcAft>
              <a:buSzPts val="1400"/>
              <a:buNone/>
            </a:lvl5pPr>
            <a:lvl6pPr lvl="5" algn="l" rtl="0">
              <a:lnSpc>
                <a:spcPct val="100000"/>
              </a:lnSpc>
              <a:spcBef>
                <a:spcPts val="0"/>
              </a:spcBef>
              <a:spcAft>
                <a:spcPts val="0"/>
              </a:spcAft>
              <a:buSzPts val="1400"/>
              <a:buNone/>
            </a:lvl6pPr>
            <a:lvl7pPr lvl="6" algn="l" rtl="0">
              <a:lnSpc>
                <a:spcPct val="100000"/>
              </a:lnSpc>
              <a:spcBef>
                <a:spcPts val="0"/>
              </a:spcBef>
              <a:spcAft>
                <a:spcPts val="0"/>
              </a:spcAft>
              <a:buSzPts val="1400"/>
              <a:buNone/>
            </a:lvl7pPr>
            <a:lvl8pPr lvl="7" algn="l" rtl="0">
              <a:lnSpc>
                <a:spcPct val="100000"/>
              </a:lnSpc>
              <a:spcBef>
                <a:spcPts val="0"/>
              </a:spcBef>
              <a:spcAft>
                <a:spcPts val="0"/>
              </a:spcAft>
              <a:buSzPts val="1400"/>
              <a:buNone/>
            </a:lvl8pPr>
            <a:lvl9pPr lvl="8" algn="l" rtl="0">
              <a:lnSpc>
                <a:spcPct val="100000"/>
              </a:lnSpc>
              <a:spcBef>
                <a:spcPts val="0"/>
              </a:spcBef>
              <a:spcAft>
                <a:spcPts val="0"/>
              </a:spcAft>
              <a:buSzPts val="1400"/>
              <a:buNone/>
            </a:lvl9pPr>
          </a:lstStyle>
          <a:p>
            <a:r>
              <a:rPr lang="en-US"/>
              <a:t>Department of Electrical and Electronics Engineering</a:t>
            </a:r>
            <a:endParaRPr/>
          </a:p>
        </p:txBody>
      </p:sp>
      <p:sp>
        <p:nvSpPr>
          <p:cNvPr id="1048664" name="Google Shape;38;p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9"/>
        <p:cNvGrpSpPr/>
        <p:nvPr/>
      </p:nvGrpSpPr>
      <p:grpSpPr>
        <a:xfrm>
          <a:off x="0" y="0"/>
          <a:ext cx="0" cy="0"/>
          <a:chOff x="0" y="0"/>
          <a:chExt cx="0" cy="0"/>
        </a:xfrm>
      </p:grpSpPr>
      <p:sp>
        <p:nvSpPr>
          <p:cNvPr id="1048665" name="Google Shape;40;p6"/>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chemeClr val="dk1"/>
              </a:buClr>
              <a:buSzPts val="1800"/>
              <a:buNone/>
            </a:lvl1pPr>
            <a:lvl2pPr lvl="1" rtl="0">
              <a:spcBef>
                <a:spcPts val="0"/>
              </a:spcBef>
              <a:spcAft>
                <a:spcPts val="0"/>
              </a:spcAft>
              <a:buSzPts val="1400"/>
              <a:buNone/>
            </a:lvl2pPr>
            <a:lvl3pPr lvl="2" rtl="0">
              <a:spcBef>
                <a:spcPts val="0"/>
              </a:spcBef>
              <a:spcAft>
                <a:spcPts val="0"/>
              </a:spcAft>
              <a:buSzPts val="1400"/>
              <a:buNone/>
            </a:lvl3pPr>
            <a:lvl4pPr lvl="3" rtl="0">
              <a:spcBef>
                <a:spcPts val="0"/>
              </a:spcBef>
              <a:spcAft>
                <a:spcPts val="0"/>
              </a:spcAft>
              <a:buSzPts val="1400"/>
              <a:buNone/>
            </a:lvl4pPr>
            <a:lvl5pPr lvl="4" rtl="0">
              <a:spcBef>
                <a:spcPts val="0"/>
              </a:spcBef>
              <a:spcAft>
                <a:spcPts val="0"/>
              </a:spcAft>
              <a:buSzPts val="1400"/>
              <a:buNone/>
            </a:lvl5pPr>
            <a:lvl6pPr lvl="5" rtl="0">
              <a:spcBef>
                <a:spcPts val="0"/>
              </a:spcBef>
              <a:spcAft>
                <a:spcPts val="0"/>
              </a:spcAft>
              <a:buSzPts val="1400"/>
              <a:buNone/>
            </a:lvl6pPr>
            <a:lvl7pPr lvl="6" rtl="0">
              <a:spcBef>
                <a:spcPts val="0"/>
              </a:spcBef>
              <a:spcAft>
                <a:spcPts val="0"/>
              </a:spcAft>
              <a:buSzPts val="1400"/>
              <a:buNone/>
            </a:lvl7pPr>
            <a:lvl8pPr lvl="7" rtl="0">
              <a:spcBef>
                <a:spcPts val="0"/>
              </a:spcBef>
              <a:spcAft>
                <a:spcPts val="0"/>
              </a:spcAft>
              <a:buSzPts val="1400"/>
              <a:buNone/>
            </a:lvl8pPr>
            <a:lvl9pPr lvl="8" rtl="0">
              <a:spcBef>
                <a:spcPts val="0"/>
              </a:spcBef>
              <a:spcAft>
                <a:spcPts val="0"/>
              </a:spcAft>
              <a:buSzPts val="1400"/>
              <a:buNone/>
            </a:lvl9pPr>
          </a:lstStyle>
          <a:p>
            <a:r>
              <a:rPr lang="en-US"/>
              <a:t>Click to edit Master title style</a:t>
            </a:r>
            <a:endParaRPr/>
          </a:p>
        </p:txBody>
      </p:sp>
      <p:sp>
        <p:nvSpPr>
          <p:cNvPr id="1048666" name="Google Shape;41;p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Char char="•"/>
            </a:lvl1pPr>
            <a:lvl2pPr marL="914400" lvl="1" indent="-342900" algn="l" rtl="0">
              <a:lnSpc>
                <a:spcPct val="90000"/>
              </a:lnSpc>
              <a:spcBef>
                <a:spcPts val="500"/>
              </a:spcBef>
              <a:spcAft>
                <a:spcPts val="0"/>
              </a:spcAft>
              <a:buClr>
                <a:schemeClr val="dk1"/>
              </a:buClr>
              <a:buSzPts val="1800"/>
              <a:buChar char="•"/>
            </a:lvl2pPr>
            <a:lvl3pPr marL="1371600" lvl="2" indent="-342900" algn="l" rtl="0">
              <a:lnSpc>
                <a:spcPct val="90000"/>
              </a:lnSpc>
              <a:spcBef>
                <a:spcPts val="500"/>
              </a:spcBef>
              <a:spcAft>
                <a:spcPts val="0"/>
              </a:spcAft>
              <a:buClr>
                <a:schemeClr val="dk1"/>
              </a:buClr>
              <a:buSzPts val="1800"/>
              <a:buChar char="•"/>
            </a:lvl3pPr>
            <a:lvl4pPr marL="1828800" lvl="3" indent="-342900" algn="l" rtl="0">
              <a:lnSpc>
                <a:spcPct val="90000"/>
              </a:lnSpc>
              <a:spcBef>
                <a:spcPts val="500"/>
              </a:spcBef>
              <a:spcAft>
                <a:spcPts val="0"/>
              </a:spcAft>
              <a:buClr>
                <a:schemeClr val="dk1"/>
              </a:buClr>
              <a:buSzPts val="1800"/>
              <a:buChar char="•"/>
            </a:lvl4pPr>
            <a:lvl5pPr marL="2286000" lvl="4" indent="-342900" algn="l" rtl="0">
              <a:lnSpc>
                <a:spcPct val="90000"/>
              </a:lnSpc>
              <a:spcBef>
                <a:spcPts val="500"/>
              </a:spcBef>
              <a:spcAft>
                <a:spcPts val="0"/>
              </a:spcAft>
              <a:buClr>
                <a:schemeClr val="dk1"/>
              </a:buClr>
              <a:buSzPts val="1800"/>
              <a:buChar char="•"/>
            </a:lvl5pPr>
            <a:lvl6pPr marL="2743200" lvl="5" indent="-342900" algn="l" rtl="0">
              <a:lnSpc>
                <a:spcPct val="90000"/>
              </a:lnSpc>
              <a:spcBef>
                <a:spcPts val="500"/>
              </a:spcBef>
              <a:spcAft>
                <a:spcPts val="0"/>
              </a:spcAft>
              <a:buClr>
                <a:schemeClr val="dk1"/>
              </a:buClr>
              <a:buSzPts val="1800"/>
              <a:buChar char="•"/>
            </a:lvl6pPr>
            <a:lvl7pPr marL="3200400" lvl="6" indent="-342900" algn="l" rtl="0">
              <a:lnSpc>
                <a:spcPct val="90000"/>
              </a:lnSpc>
              <a:spcBef>
                <a:spcPts val="500"/>
              </a:spcBef>
              <a:spcAft>
                <a:spcPts val="0"/>
              </a:spcAft>
              <a:buClr>
                <a:schemeClr val="dk1"/>
              </a:buClr>
              <a:buSzPts val="1800"/>
              <a:buChar char="•"/>
            </a:lvl7pPr>
            <a:lvl8pPr marL="3657600" lvl="7" indent="-342900" algn="l" rtl="0">
              <a:lnSpc>
                <a:spcPct val="90000"/>
              </a:lnSpc>
              <a:spcBef>
                <a:spcPts val="500"/>
              </a:spcBef>
              <a:spcAft>
                <a:spcPts val="0"/>
              </a:spcAft>
              <a:buClr>
                <a:schemeClr val="dk1"/>
              </a:buClr>
              <a:buSzPts val="1800"/>
              <a:buChar char="•"/>
            </a:lvl8pPr>
            <a:lvl9pPr marL="4114800" lvl="8" indent="-342900" algn="l" rtl="0">
              <a:lnSpc>
                <a:spcPct val="90000"/>
              </a:lnSpc>
              <a:spcBef>
                <a:spcPts val="500"/>
              </a:spcBef>
              <a:spcAft>
                <a:spcPts val="0"/>
              </a:spcAft>
              <a:buClr>
                <a:schemeClr val="dk1"/>
              </a:buClr>
              <a:buSzPts val="1800"/>
              <a:buChar char="•"/>
            </a:lvl9pPr>
          </a:lstStyle>
          <a:p>
            <a:pPr lvl="0"/>
            <a:r>
              <a:rPr lang="en-US"/>
              <a:t>Click to edit Master text styles</a:t>
            </a:r>
          </a:p>
        </p:txBody>
      </p:sp>
      <p:sp>
        <p:nvSpPr>
          <p:cNvPr id="1048667" name="Google Shape;42;p6"/>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200">
                <a:solidFill>
                  <a:srgbClr val="898989"/>
                </a:solidFill>
              </a:defRPr>
            </a:lvl1pPr>
            <a:lvl2pPr lvl="1" algn="l" rtl="0">
              <a:lnSpc>
                <a:spcPct val="100000"/>
              </a:lnSpc>
              <a:spcBef>
                <a:spcPts val="0"/>
              </a:spcBef>
              <a:spcAft>
                <a:spcPts val="0"/>
              </a:spcAft>
              <a:buSzPts val="1400"/>
              <a:buNone/>
            </a:lvl2pPr>
            <a:lvl3pPr lvl="2" algn="l" rtl="0">
              <a:lnSpc>
                <a:spcPct val="100000"/>
              </a:lnSpc>
              <a:spcBef>
                <a:spcPts val="0"/>
              </a:spcBef>
              <a:spcAft>
                <a:spcPts val="0"/>
              </a:spcAft>
              <a:buSzPts val="1400"/>
              <a:buNone/>
            </a:lvl3pPr>
            <a:lvl4pPr lvl="3" algn="l" rtl="0">
              <a:lnSpc>
                <a:spcPct val="100000"/>
              </a:lnSpc>
              <a:spcBef>
                <a:spcPts val="0"/>
              </a:spcBef>
              <a:spcAft>
                <a:spcPts val="0"/>
              </a:spcAft>
              <a:buSzPts val="1400"/>
              <a:buNone/>
            </a:lvl4pPr>
            <a:lvl5pPr lvl="4" algn="l" rtl="0">
              <a:lnSpc>
                <a:spcPct val="100000"/>
              </a:lnSpc>
              <a:spcBef>
                <a:spcPts val="0"/>
              </a:spcBef>
              <a:spcAft>
                <a:spcPts val="0"/>
              </a:spcAft>
              <a:buSzPts val="1400"/>
              <a:buNone/>
            </a:lvl5pPr>
            <a:lvl6pPr lvl="5" algn="l" rtl="0">
              <a:lnSpc>
                <a:spcPct val="100000"/>
              </a:lnSpc>
              <a:spcBef>
                <a:spcPts val="0"/>
              </a:spcBef>
              <a:spcAft>
                <a:spcPts val="0"/>
              </a:spcAft>
              <a:buSzPts val="1400"/>
              <a:buNone/>
            </a:lvl6pPr>
            <a:lvl7pPr lvl="6" algn="l" rtl="0">
              <a:lnSpc>
                <a:spcPct val="100000"/>
              </a:lnSpc>
              <a:spcBef>
                <a:spcPts val="0"/>
              </a:spcBef>
              <a:spcAft>
                <a:spcPts val="0"/>
              </a:spcAft>
              <a:buSzPts val="1400"/>
              <a:buNone/>
            </a:lvl7pPr>
            <a:lvl8pPr lvl="7" algn="l" rtl="0">
              <a:lnSpc>
                <a:spcPct val="100000"/>
              </a:lnSpc>
              <a:spcBef>
                <a:spcPts val="0"/>
              </a:spcBef>
              <a:spcAft>
                <a:spcPts val="0"/>
              </a:spcAft>
              <a:buSzPts val="1400"/>
              <a:buNone/>
            </a:lvl8pPr>
            <a:lvl9pPr lvl="8" algn="l" rtl="0">
              <a:lnSpc>
                <a:spcPct val="100000"/>
              </a:lnSpc>
              <a:spcBef>
                <a:spcPts val="0"/>
              </a:spcBef>
              <a:spcAft>
                <a:spcPts val="0"/>
              </a:spcAft>
              <a:buSzPts val="1400"/>
              <a:buNone/>
            </a:lvl9pPr>
          </a:lstStyle>
          <a:p>
            <a:r>
              <a:rPr lang="en-US"/>
              <a:t>Chennai Institute of Technology</a:t>
            </a:r>
            <a:endParaRPr/>
          </a:p>
        </p:txBody>
      </p:sp>
      <p:sp>
        <p:nvSpPr>
          <p:cNvPr id="1048668" name="Google Shape;43;p6"/>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lvl1pPr>
            <a:lvl2pPr lvl="1" algn="l" rtl="0">
              <a:lnSpc>
                <a:spcPct val="100000"/>
              </a:lnSpc>
              <a:spcBef>
                <a:spcPts val="0"/>
              </a:spcBef>
              <a:spcAft>
                <a:spcPts val="0"/>
              </a:spcAft>
              <a:buSzPts val="1400"/>
              <a:buNone/>
            </a:lvl2pPr>
            <a:lvl3pPr lvl="2" algn="l" rtl="0">
              <a:lnSpc>
                <a:spcPct val="100000"/>
              </a:lnSpc>
              <a:spcBef>
                <a:spcPts val="0"/>
              </a:spcBef>
              <a:spcAft>
                <a:spcPts val="0"/>
              </a:spcAft>
              <a:buSzPts val="1400"/>
              <a:buNone/>
            </a:lvl3pPr>
            <a:lvl4pPr lvl="3" algn="l" rtl="0">
              <a:lnSpc>
                <a:spcPct val="100000"/>
              </a:lnSpc>
              <a:spcBef>
                <a:spcPts val="0"/>
              </a:spcBef>
              <a:spcAft>
                <a:spcPts val="0"/>
              </a:spcAft>
              <a:buSzPts val="1400"/>
              <a:buNone/>
            </a:lvl4pPr>
            <a:lvl5pPr lvl="4" algn="l" rtl="0">
              <a:lnSpc>
                <a:spcPct val="100000"/>
              </a:lnSpc>
              <a:spcBef>
                <a:spcPts val="0"/>
              </a:spcBef>
              <a:spcAft>
                <a:spcPts val="0"/>
              </a:spcAft>
              <a:buSzPts val="1400"/>
              <a:buNone/>
            </a:lvl5pPr>
            <a:lvl6pPr lvl="5" algn="l" rtl="0">
              <a:lnSpc>
                <a:spcPct val="100000"/>
              </a:lnSpc>
              <a:spcBef>
                <a:spcPts val="0"/>
              </a:spcBef>
              <a:spcAft>
                <a:spcPts val="0"/>
              </a:spcAft>
              <a:buSzPts val="1400"/>
              <a:buNone/>
            </a:lvl6pPr>
            <a:lvl7pPr lvl="6" algn="l" rtl="0">
              <a:lnSpc>
                <a:spcPct val="100000"/>
              </a:lnSpc>
              <a:spcBef>
                <a:spcPts val="0"/>
              </a:spcBef>
              <a:spcAft>
                <a:spcPts val="0"/>
              </a:spcAft>
              <a:buSzPts val="1400"/>
              <a:buNone/>
            </a:lvl7pPr>
            <a:lvl8pPr lvl="7" algn="l" rtl="0">
              <a:lnSpc>
                <a:spcPct val="100000"/>
              </a:lnSpc>
              <a:spcBef>
                <a:spcPts val="0"/>
              </a:spcBef>
              <a:spcAft>
                <a:spcPts val="0"/>
              </a:spcAft>
              <a:buSzPts val="1400"/>
              <a:buNone/>
            </a:lvl8pPr>
            <a:lvl9pPr lvl="8" algn="l" rtl="0">
              <a:lnSpc>
                <a:spcPct val="100000"/>
              </a:lnSpc>
              <a:spcBef>
                <a:spcPts val="0"/>
              </a:spcBef>
              <a:spcAft>
                <a:spcPts val="0"/>
              </a:spcAft>
              <a:buSzPts val="1400"/>
              <a:buNone/>
            </a:lvl9pPr>
          </a:lstStyle>
          <a:p>
            <a:r>
              <a:rPr lang="en-US"/>
              <a:t>Department of Electrical and Electronics Engineering</a:t>
            </a:r>
            <a:endParaRPr/>
          </a:p>
        </p:txBody>
      </p:sp>
      <p:sp>
        <p:nvSpPr>
          <p:cNvPr id="1048669" name="Google Shape;44;p6"/>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5"/>
        <p:cNvGrpSpPr/>
        <p:nvPr/>
      </p:nvGrpSpPr>
      <p:grpSpPr>
        <a:xfrm>
          <a:off x="0" y="0"/>
          <a:ext cx="0" cy="0"/>
          <a:chOff x="0" y="0"/>
          <a:chExt cx="0" cy="0"/>
        </a:xfrm>
      </p:grpSpPr>
      <p:sp>
        <p:nvSpPr>
          <p:cNvPr id="1048645" name="Google Shape;46;p7"/>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Autofit/>
          </a:bodyPr>
          <a:lstStyle>
            <a:lvl1pPr lvl="0" algn="l" rtl="0">
              <a:lnSpc>
                <a:spcPct val="90000"/>
              </a:lnSpc>
              <a:spcBef>
                <a:spcPts val="0"/>
              </a:spcBef>
              <a:spcAft>
                <a:spcPts val="0"/>
              </a:spcAft>
              <a:buClr>
                <a:schemeClr val="dk1"/>
              </a:buClr>
              <a:buSzPts val="3200"/>
              <a:buFont typeface="Calibri"/>
              <a:buNone/>
              <a:defRPr sz="3200"/>
            </a:lvl1pPr>
            <a:lvl2pPr lvl="1" rtl="0">
              <a:spcBef>
                <a:spcPts val="0"/>
              </a:spcBef>
              <a:spcAft>
                <a:spcPts val="0"/>
              </a:spcAft>
              <a:buSzPts val="1400"/>
              <a:buNone/>
            </a:lvl2pPr>
            <a:lvl3pPr lvl="2" rtl="0">
              <a:spcBef>
                <a:spcPts val="0"/>
              </a:spcBef>
              <a:spcAft>
                <a:spcPts val="0"/>
              </a:spcAft>
              <a:buSzPts val="1400"/>
              <a:buNone/>
            </a:lvl3pPr>
            <a:lvl4pPr lvl="3" rtl="0">
              <a:spcBef>
                <a:spcPts val="0"/>
              </a:spcBef>
              <a:spcAft>
                <a:spcPts val="0"/>
              </a:spcAft>
              <a:buSzPts val="1400"/>
              <a:buNone/>
            </a:lvl4pPr>
            <a:lvl5pPr lvl="4" rtl="0">
              <a:spcBef>
                <a:spcPts val="0"/>
              </a:spcBef>
              <a:spcAft>
                <a:spcPts val="0"/>
              </a:spcAft>
              <a:buSzPts val="1400"/>
              <a:buNone/>
            </a:lvl5pPr>
            <a:lvl6pPr lvl="5" rtl="0">
              <a:spcBef>
                <a:spcPts val="0"/>
              </a:spcBef>
              <a:spcAft>
                <a:spcPts val="0"/>
              </a:spcAft>
              <a:buSzPts val="1400"/>
              <a:buNone/>
            </a:lvl6pPr>
            <a:lvl7pPr lvl="6" rtl="0">
              <a:spcBef>
                <a:spcPts val="0"/>
              </a:spcBef>
              <a:spcAft>
                <a:spcPts val="0"/>
              </a:spcAft>
              <a:buSzPts val="1400"/>
              <a:buNone/>
            </a:lvl7pPr>
            <a:lvl8pPr lvl="7" rtl="0">
              <a:spcBef>
                <a:spcPts val="0"/>
              </a:spcBef>
              <a:spcAft>
                <a:spcPts val="0"/>
              </a:spcAft>
              <a:buSzPts val="1400"/>
              <a:buNone/>
            </a:lvl8pPr>
            <a:lvl9pPr lvl="8" rtl="0">
              <a:spcBef>
                <a:spcPts val="0"/>
              </a:spcBef>
              <a:spcAft>
                <a:spcPts val="0"/>
              </a:spcAft>
              <a:buSzPts val="1400"/>
              <a:buNone/>
            </a:lvl9pPr>
          </a:lstStyle>
          <a:p>
            <a:r>
              <a:rPr lang="en-US"/>
              <a:t>Click to edit Master title style</a:t>
            </a:r>
            <a:endParaRPr/>
          </a:p>
        </p:txBody>
      </p:sp>
      <p:sp>
        <p:nvSpPr>
          <p:cNvPr id="1048646" name="Google Shape;47;p7"/>
          <p:cNvSpPr>
            <a:spLocks noGrp="1"/>
          </p:cNvSpPr>
          <p:nvPr>
            <p:ph type="pic" idx="2"/>
          </p:nvPr>
        </p:nvSpPr>
        <p:spPr>
          <a:xfrm>
            <a:off x="5183188" y="987425"/>
            <a:ext cx="6172200" cy="4873500"/>
          </a:xfrm>
          <a:prstGeom prst="rect">
            <a:avLst/>
          </a:prstGeom>
          <a:noFill/>
          <a:ln>
            <a:noFill/>
          </a:ln>
        </p:spPr>
      </p:sp>
      <p:sp>
        <p:nvSpPr>
          <p:cNvPr id="1048647" name="Google Shape;48;p7"/>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pPr lvl="0"/>
            <a:r>
              <a:rPr lang="en-US"/>
              <a:t>Click to edit Master text styles</a:t>
            </a:r>
          </a:p>
        </p:txBody>
      </p:sp>
      <p:sp>
        <p:nvSpPr>
          <p:cNvPr id="1048648" name="Google Shape;49;p7"/>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200">
                <a:solidFill>
                  <a:srgbClr val="898989"/>
                </a:solidFill>
              </a:defRPr>
            </a:lvl1pPr>
            <a:lvl2pPr lvl="1" algn="l" rtl="0">
              <a:lnSpc>
                <a:spcPct val="100000"/>
              </a:lnSpc>
              <a:spcBef>
                <a:spcPts val="0"/>
              </a:spcBef>
              <a:spcAft>
                <a:spcPts val="0"/>
              </a:spcAft>
              <a:buSzPts val="1400"/>
              <a:buNone/>
            </a:lvl2pPr>
            <a:lvl3pPr lvl="2" algn="l" rtl="0">
              <a:lnSpc>
                <a:spcPct val="100000"/>
              </a:lnSpc>
              <a:spcBef>
                <a:spcPts val="0"/>
              </a:spcBef>
              <a:spcAft>
                <a:spcPts val="0"/>
              </a:spcAft>
              <a:buSzPts val="1400"/>
              <a:buNone/>
            </a:lvl3pPr>
            <a:lvl4pPr lvl="3" algn="l" rtl="0">
              <a:lnSpc>
                <a:spcPct val="100000"/>
              </a:lnSpc>
              <a:spcBef>
                <a:spcPts val="0"/>
              </a:spcBef>
              <a:spcAft>
                <a:spcPts val="0"/>
              </a:spcAft>
              <a:buSzPts val="1400"/>
              <a:buNone/>
            </a:lvl4pPr>
            <a:lvl5pPr lvl="4" algn="l" rtl="0">
              <a:lnSpc>
                <a:spcPct val="100000"/>
              </a:lnSpc>
              <a:spcBef>
                <a:spcPts val="0"/>
              </a:spcBef>
              <a:spcAft>
                <a:spcPts val="0"/>
              </a:spcAft>
              <a:buSzPts val="1400"/>
              <a:buNone/>
            </a:lvl5pPr>
            <a:lvl6pPr lvl="5" algn="l" rtl="0">
              <a:lnSpc>
                <a:spcPct val="100000"/>
              </a:lnSpc>
              <a:spcBef>
                <a:spcPts val="0"/>
              </a:spcBef>
              <a:spcAft>
                <a:spcPts val="0"/>
              </a:spcAft>
              <a:buSzPts val="1400"/>
              <a:buNone/>
            </a:lvl6pPr>
            <a:lvl7pPr lvl="6" algn="l" rtl="0">
              <a:lnSpc>
                <a:spcPct val="100000"/>
              </a:lnSpc>
              <a:spcBef>
                <a:spcPts val="0"/>
              </a:spcBef>
              <a:spcAft>
                <a:spcPts val="0"/>
              </a:spcAft>
              <a:buSzPts val="1400"/>
              <a:buNone/>
            </a:lvl7pPr>
            <a:lvl8pPr lvl="7" algn="l" rtl="0">
              <a:lnSpc>
                <a:spcPct val="100000"/>
              </a:lnSpc>
              <a:spcBef>
                <a:spcPts val="0"/>
              </a:spcBef>
              <a:spcAft>
                <a:spcPts val="0"/>
              </a:spcAft>
              <a:buSzPts val="1400"/>
              <a:buNone/>
            </a:lvl8pPr>
            <a:lvl9pPr lvl="8" algn="l" rtl="0">
              <a:lnSpc>
                <a:spcPct val="100000"/>
              </a:lnSpc>
              <a:spcBef>
                <a:spcPts val="0"/>
              </a:spcBef>
              <a:spcAft>
                <a:spcPts val="0"/>
              </a:spcAft>
              <a:buSzPts val="1400"/>
              <a:buNone/>
            </a:lvl9pPr>
          </a:lstStyle>
          <a:p>
            <a:r>
              <a:rPr lang="en-US"/>
              <a:t>Chennai Institute of Technology</a:t>
            </a:r>
            <a:endParaRPr/>
          </a:p>
        </p:txBody>
      </p:sp>
      <p:sp>
        <p:nvSpPr>
          <p:cNvPr id="1048649" name="Google Shape;50;p7"/>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lvl1pPr>
            <a:lvl2pPr lvl="1" algn="l" rtl="0">
              <a:lnSpc>
                <a:spcPct val="100000"/>
              </a:lnSpc>
              <a:spcBef>
                <a:spcPts val="0"/>
              </a:spcBef>
              <a:spcAft>
                <a:spcPts val="0"/>
              </a:spcAft>
              <a:buSzPts val="1400"/>
              <a:buNone/>
            </a:lvl2pPr>
            <a:lvl3pPr lvl="2" algn="l" rtl="0">
              <a:lnSpc>
                <a:spcPct val="100000"/>
              </a:lnSpc>
              <a:spcBef>
                <a:spcPts val="0"/>
              </a:spcBef>
              <a:spcAft>
                <a:spcPts val="0"/>
              </a:spcAft>
              <a:buSzPts val="1400"/>
              <a:buNone/>
            </a:lvl3pPr>
            <a:lvl4pPr lvl="3" algn="l" rtl="0">
              <a:lnSpc>
                <a:spcPct val="100000"/>
              </a:lnSpc>
              <a:spcBef>
                <a:spcPts val="0"/>
              </a:spcBef>
              <a:spcAft>
                <a:spcPts val="0"/>
              </a:spcAft>
              <a:buSzPts val="1400"/>
              <a:buNone/>
            </a:lvl4pPr>
            <a:lvl5pPr lvl="4" algn="l" rtl="0">
              <a:lnSpc>
                <a:spcPct val="100000"/>
              </a:lnSpc>
              <a:spcBef>
                <a:spcPts val="0"/>
              </a:spcBef>
              <a:spcAft>
                <a:spcPts val="0"/>
              </a:spcAft>
              <a:buSzPts val="1400"/>
              <a:buNone/>
            </a:lvl5pPr>
            <a:lvl6pPr lvl="5" algn="l" rtl="0">
              <a:lnSpc>
                <a:spcPct val="100000"/>
              </a:lnSpc>
              <a:spcBef>
                <a:spcPts val="0"/>
              </a:spcBef>
              <a:spcAft>
                <a:spcPts val="0"/>
              </a:spcAft>
              <a:buSzPts val="1400"/>
              <a:buNone/>
            </a:lvl6pPr>
            <a:lvl7pPr lvl="6" algn="l" rtl="0">
              <a:lnSpc>
                <a:spcPct val="100000"/>
              </a:lnSpc>
              <a:spcBef>
                <a:spcPts val="0"/>
              </a:spcBef>
              <a:spcAft>
                <a:spcPts val="0"/>
              </a:spcAft>
              <a:buSzPts val="1400"/>
              <a:buNone/>
            </a:lvl7pPr>
            <a:lvl8pPr lvl="7" algn="l" rtl="0">
              <a:lnSpc>
                <a:spcPct val="100000"/>
              </a:lnSpc>
              <a:spcBef>
                <a:spcPts val="0"/>
              </a:spcBef>
              <a:spcAft>
                <a:spcPts val="0"/>
              </a:spcAft>
              <a:buSzPts val="1400"/>
              <a:buNone/>
            </a:lvl8pPr>
            <a:lvl9pPr lvl="8" algn="l" rtl="0">
              <a:lnSpc>
                <a:spcPct val="100000"/>
              </a:lnSpc>
              <a:spcBef>
                <a:spcPts val="0"/>
              </a:spcBef>
              <a:spcAft>
                <a:spcPts val="0"/>
              </a:spcAft>
              <a:buSzPts val="1400"/>
              <a:buNone/>
            </a:lvl9pPr>
          </a:lstStyle>
          <a:p>
            <a:r>
              <a:rPr lang="en-US"/>
              <a:t>Department of Electrical and Electronics Engineering</a:t>
            </a:r>
            <a:endParaRPr/>
          </a:p>
        </p:txBody>
      </p:sp>
      <p:sp>
        <p:nvSpPr>
          <p:cNvPr id="1048650" name="Google Shape;51;p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2"/>
        <p:cNvGrpSpPr/>
        <p:nvPr/>
      </p:nvGrpSpPr>
      <p:grpSpPr>
        <a:xfrm>
          <a:off x="0" y="0"/>
          <a:ext cx="0" cy="0"/>
          <a:chOff x="0" y="0"/>
          <a:chExt cx="0" cy="0"/>
        </a:xfrm>
      </p:grpSpPr>
      <p:sp>
        <p:nvSpPr>
          <p:cNvPr id="1048670" name="Google Shape;53;p8"/>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Autofit/>
          </a:bodyPr>
          <a:lstStyle>
            <a:lvl1pPr lvl="0" algn="l" rtl="0">
              <a:lnSpc>
                <a:spcPct val="90000"/>
              </a:lnSpc>
              <a:spcBef>
                <a:spcPts val="0"/>
              </a:spcBef>
              <a:spcAft>
                <a:spcPts val="0"/>
              </a:spcAft>
              <a:buClr>
                <a:schemeClr val="dk1"/>
              </a:buClr>
              <a:buSzPts val="3200"/>
              <a:buFont typeface="Calibri"/>
              <a:buNone/>
              <a:defRPr sz="3200"/>
            </a:lvl1pPr>
            <a:lvl2pPr lvl="1" rtl="0">
              <a:spcBef>
                <a:spcPts val="0"/>
              </a:spcBef>
              <a:spcAft>
                <a:spcPts val="0"/>
              </a:spcAft>
              <a:buSzPts val="1400"/>
              <a:buNone/>
            </a:lvl2pPr>
            <a:lvl3pPr lvl="2" rtl="0">
              <a:spcBef>
                <a:spcPts val="0"/>
              </a:spcBef>
              <a:spcAft>
                <a:spcPts val="0"/>
              </a:spcAft>
              <a:buSzPts val="1400"/>
              <a:buNone/>
            </a:lvl3pPr>
            <a:lvl4pPr lvl="3" rtl="0">
              <a:spcBef>
                <a:spcPts val="0"/>
              </a:spcBef>
              <a:spcAft>
                <a:spcPts val="0"/>
              </a:spcAft>
              <a:buSzPts val="1400"/>
              <a:buNone/>
            </a:lvl4pPr>
            <a:lvl5pPr lvl="4" rtl="0">
              <a:spcBef>
                <a:spcPts val="0"/>
              </a:spcBef>
              <a:spcAft>
                <a:spcPts val="0"/>
              </a:spcAft>
              <a:buSzPts val="1400"/>
              <a:buNone/>
            </a:lvl5pPr>
            <a:lvl6pPr lvl="5" rtl="0">
              <a:spcBef>
                <a:spcPts val="0"/>
              </a:spcBef>
              <a:spcAft>
                <a:spcPts val="0"/>
              </a:spcAft>
              <a:buSzPts val="1400"/>
              <a:buNone/>
            </a:lvl6pPr>
            <a:lvl7pPr lvl="6" rtl="0">
              <a:spcBef>
                <a:spcPts val="0"/>
              </a:spcBef>
              <a:spcAft>
                <a:spcPts val="0"/>
              </a:spcAft>
              <a:buSzPts val="1400"/>
              <a:buNone/>
            </a:lvl7pPr>
            <a:lvl8pPr lvl="7" rtl="0">
              <a:spcBef>
                <a:spcPts val="0"/>
              </a:spcBef>
              <a:spcAft>
                <a:spcPts val="0"/>
              </a:spcAft>
              <a:buSzPts val="1400"/>
              <a:buNone/>
            </a:lvl8pPr>
            <a:lvl9pPr lvl="8" rtl="0">
              <a:spcBef>
                <a:spcPts val="0"/>
              </a:spcBef>
              <a:spcAft>
                <a:spcPts val="0"/>
              </a:spcAft>
              <a:buSzPts val="1400"/>
              <a:buNone/>
            </a:lvl9pPr>
          </a:lstStyle>
          <a:p>
            <a:r>
              <a:rPr lang="en-US"/>
              <a:t>Click to edit Master title style</a:t>
            </a:r>
            <a:endParaRPr/>
          </a:p>
        </p:txBody>
      </p:sp>
      <p:sp>
        <p:nvSpPr>
          <p:cNvPr id="1048671" name="Google Shape;54;p8"/>
          <p:cNvSpPr txBox="1">
            <a:spLocks noGrp="1"/>
          </p:cNvSpPr>
          <p:nvPr>
            <p:ph type="body" idx="1"/>
          </p:nvPr>
        </p:nvSpPr>
        <p:spPr>
          <a:xfrm>
            <a:off x="5183188" y="987425"/>
            <a:ext cx="6172200" cy="4873500"/>
          </a:xfrm>
          <a:prstGeom prst="rect">
            <a:avLst/>
          </a:prstGeom>
          <a:noFill/>
          <a:ln>
            <a:noFill/>
          </a:ln>
        </p:spPr>
        <p:txBody>
          <a:bodyPr spcFirstLastPara="1" wrap="square" lIns="91425" tIns="45700" rIns="91425" bIns="45700" anchor="t" anchorCtr="0">
            <a:noAutofit/>
          </a:bodyPr>
          <a:lstStyle>
            <a:lvl1pPr marL="457200" lvl="0" indent="-431800" algn="l" rtl="0">
              <a:lnSpc>
                <a:spcPct val="90000"/>
              </a:lnSpc>
              <a:spcBef>
                <a:spcPts val="1000"/>
              </a:spcBef>
              <a:spcAft>
                <a:spcPts val="0"/>
              </a:spcAft>
              <a:buClr>
                <a:schemeClr val="dk1"/>
              </a:buClr>
              <a:buSzPts val="3200"/>
              <a:buChar char="•"/>
              <a:defRPr sz="3200"/>
            </a:lvl1pPr>
            <a:lvl2pPr marL="914400" lvl="1" indent="-406400" algn="l" rtl="0">
              <a:lnSpc>
                <a:spcPct val="90000"/>
              </a:lnSpc>
              <a:spcBef>
                <a:spcPts val="500"/>
              </a:spcBef>
              <a:spcAft>
                <a:spcPts val="0"/>
              </a:spcAft>
              <a:buClr>
                <a:schemeClr val="dk1"/>
              </a:buClr>
              <a:buSzPts val="2800"/>
              <a:buChar char="•"/>
              <a:defRPr sz="2800"/>
            </a:lvl2pPr>
            <a:lvl3pPr marL="1371600" lvl="2" indent="-381000" algn="l" rtl="0">
              <a:lnSpc>
                <a:spcPct val="90000"/>
              </a:lnSpc>
              <a:spcBef>
                <a:spcPts val="500"/>
              </a:spcBef>
              <a:spcAft>
                <a:spcPts val="0"/>
              </a:spcAft>
              <a:buClr>
                <a:schemeClr val="dk1"/>
              </a:buClr>
              <a:buSzPts val="2400"/>
              <a:buChar char="•"/>
              <a:defRPr sz="2400"/>
            </a:lvl3pPr>
            <a:lvl4pPr marL="1828800" lvl="3" indent="-355600" algn="l" rtl="0">
              <a:lnSpc>
                <a:spcPct val="90000"/>
              </a:lnSpc>
              <a:spcBef>
                <a:spcPts val="500"/>
              </a:spcBef>
              <a:spcAft>
                <a:spcPts val="0"/>
              </a:spcAft>
              <a:buClr>
                <a:schemeClr val="dk1"/>
              </a:buClr>
              <a:buSzPts val="2000"/>
              <a:buChar char="•"/>
              <a:defRPr sz="2000"/>
            </a:lvl4pPr>
            <a:lvl5pPr marL="2286000" lvl="4" indent="-355600" algn="l" rtl="0">
              <a:lnSpc>
                <a:spcPct val="90000"/>
              </a:lnSpc>
              <a:spcBef>
                <a:spcPts val="500"/>
              </a:spcBef>
              <a:spcAft>
                <a:spcPts val="0"/>
              </a:spcAft>
              <a:buClr>
                <a:schemeClr val="dk1"/>
              </a:buClr>
              <a:buSzPts val="2000"/>
              <a:buChar char="•"/>
              <a:defRPr sz="2000"/>
            </a:lvl5pPr>
            <a:lvl6pPr marL="2743200" lvl="5" indent="-355600" algn="l" rtl="0">
              <a:lnSpc>
                <a:spcPct val="90000"/>
              </a:lnSpc>
              <a:spcBef>
                <a:spcPts val="500"/>
              </a:spcBef>
              <a:spcAft>
                <a:spcPts val="0"/>
              </a:spcAft>
              <a:buClr>
                <a:schemeClr val="dk1"/>
              </a:buClr>
              <a:buSzPts val="2000"/>
              <a:buChar char="•"/>
              <a:defRPr sz="2000"/>
            </a:lvl6pPr>
            <a:lvl7pPr marL="3200400" lvl="6" indent="-355600" algn="l" rtl="0">
              <a:lnSpc>
                <a:spcPct val="90000"/>
              </a:lnSpc>
              <a:spcBef>
                <a:spcPts val="500"/>
              </a:spcBef>
              <a:spcAft>
                <a:spcPts val="0"/>
              </a:spcAft>
              <a:buClr>
                <a:schemeClr val="dk1"/>
              </a:buClr>
              <a:buSzPts val="2000"/>
              <a:buChar char="•"/>
              <a:defRPr sz="2000"/>
            </a:lvl7pPr>
            <a:lvl8pPr marL="3657600" lvl="7" indent="-355600" algn="l" rtl="0">
              <a:lnSpc>
                <a:spcPct val="90000"/>
              </a:lnSpc>
              <a:spcBef>
                <a:spcPts val="500"/>
              </a:spcBef>
              <a:spcAft>
                <a:spcPts val="0"/>
              </a:spcAft>
              <a:buClr>
                <a:schemeClr val="dk1"/>
              </a:buClr>
              <a:buSzPts val="2000"/>
              <a:buChar char="•"/>
              <a:defRPr sz="2000"/>
            </a:lvl8pPr>
            <a:lvl9pPr marL="4114800" lvl="8" indent="-355600" algn="l" rtl="0">
              <a:lnSpc>
                <a:spcPct val="90000"/>
              </a:lnSpc>
              <a:spcBef>
                <a:spcPts val="500"/>
              </a:spcBef>
              <a:spcAft>
                <a:spcPts val="0"/>
              </a:spcAft>
              <a:buClr>
                <a:schemeClr val="dk1"/>
              </a:buClr>
              <a:buSzPts val="2000"/>
              <a:buChar char="•"/>
              <a:defRPr sz="2000"/>
            </a:lvl9pPr>
          </a:lstStyle>
          <a:p>
            <a:pPr lvl="0"/>
            <a:r>
              <a:rPr lang="en-US"/>
              <a:t>Click to edit Master text styles</a:t>
            </a:r>
          </a:p>
        </p:txBody>
      </p:sp>
      <p:sp>
        <p:nvSpPr>
          <p:cNvPr id="1048672" name="Google Shape;55;p8"/>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pPr lvl="0"/>
            <a:r>
              <a:rPr lang="en-US"/>
              <a:t>Click to edit Master text styles</a:t>
            </a:r>
          </a:p>
        </p:txBody>
      </p:sp>
      <p:sp>
        <p:nvSpPr>
          <p:cNvPr id="1048673" name="Google Shape;56;p8"/>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200">
                <a:solidFill>
                  <a:srgbClr val="898989"/>
                </a:solidFill>
              </a:defRPr>
            </a:lvl1pPr>
            <a:lvl2pPr lvl="1" algn="l" rtl="0">
              <a:lnSpc>
                <a:spcPct val="100000"/>
              </a:lnSpc>
              <a:spcBef>
                <a:spcPts val="0"/>
              </a:spcBef>
              <a:spcAft>
                <a:spcPts val="0"/>
              </a:spcAft>
              <a:buSzPts val="1400"/>
              <a:buNone/>
            </a:lvl2pPr>
            <a:lvl3pPr lvl="2" algn="l" rtl="0">
              <a:lnSpc>
                <a:spcPct val="100000"/>
              </a:lnSpc>
              <a:spcBef>
                <a:spcPts val="0"/>
              </a:spcBef>
              <a:spcAft>
                <a:spcPts val="0"/>
              </a:spcAft>
              <a:buSzPts val="1400"/>
              <a:buNone/>
            </a:lvl3pPr>
            <a:lvl4pPr lvl="3" algn="l" rtl="0">
              <a:lnSpc>
                <a:spcPct val="100000"/>
              </a:lnSpc>
              <a:spcBef>
                <a:spcPts val="0"/>
              </a:spcBef>
              <a:spcAft>
                <a:spcPts val="0"/>
              </a:spcAft>
              <a:buSzPts val="1400"/>
              <a:buNone/>
            </a:lvl4pPr>
            <a:lvl5pPr lvl="4" algn="l" rtl="0">
              <a:lnSpc>
                <a:spcPct val="100000"/>
              </a:lnSpc>
              <a:spcBef>
                <a:spcPts val="0"/>
              </a:spcBef>
              <a:spcAft>
                <a:spcPts val="0"/>
              </a:spcAft>
              <a:buSzPts val="1400"/>
              <a:buNone/>
            </a:lvl5pPr>
            <a:lvl6pPr lvl="5" algn="l" rtl="0">
              <a:lnSpc>
                <a:spcPct val="100000"/>
              </a:lnSpc>
              <a:spcBef>
                <a:spcPts val="0"/>
              </a:spcBef>
              <a:spcAft>
                <a:spcPts val="0"/>
              </a:spcAft>
              <a:buSzPts val="1400"/>
              <a:buNone/>
            </a:lvl6pPr>
            <a:lvl7pPr lvl="6" algn="l" rtl="0">
              <a:lnSpc>
                <a:spcPct val="100000"/>
              </a:lnSpc>
              <a:spcBef>
                <a:spcPts val="0"/>
              </a:spcBef>
              <a:spcAft>
                <a:spcPts val="0"/>
              </a:spcAft>
              <a:buSzPts val="1400"/>
              <a:buNone/>
            </a:lvl7pPr>
            <a:lvl8pPr lvl="7" algn="l" rtl="0">
              <a:lnSpc>
                <a:spcPct val="100000"/>
              </a:lnSpc>
              <a:spcBef>
                <a:spcPts val="0"/>
              </a:spcBef>
              <a:spcAft>
                <a:spcPts val="0"/>
              </a:spcAft>
              <a:buSzPts val="1400"/>
              <a:buNone/>
            </a:lvl8pPr>
            <a:lvl9pPr lvl="8" algn="l" rtl="0">
              <a:lnSpc>
                <a:spcPct val="100000"/>
              </a:lnSpc>
              <a:spcBef>
                <a:spcPts val="0"/>
              </a:spcBef>
              <a:spcAft>
                <a:spcPts val="0"/>
              </a:spcAft>
              <a:buSzPts val="1400"/>
              <a:buNone/>
            </a:lvl9pPr>
          </a:lstStyle>
          <a:p>
            <a:r>
              <a:rPr lang="en-US"/>
              <a:t>Chennai Institute of Technology</a:t>
            </a:r>
            <a:endParaRPr/>
          </a:p>
        </p:txBody>
      </p:sp>
      <p:sp>
        <p:nvSpPr>
          <p:cNvPr id="1048674" name="Google Shape;57;p8"/>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lvl1pPr>
            <a:lvl2pPr lvl="1" algn="l" rtl="0">
              <a:lnSpc>
                <a:spcPct val="100000"/>
              </a:lnSpc>
              <a:spcBef>
                <a:spcPts val="0"/>
              </a:spcBef>
              <a:spcAft>
                <a:spcPts val="0"/>
              </a:spcAft>
              <a:buSzPts val="1400"/>
              <a:buNone/>
            </a:lvl2pPr>
            <a:lvl3pPr lvl="2" algn="l" rtl="0">
              <a:lnSpc>
                <a:spcPct val="100000"/>
              </a:lnSpc>
              <a:spcBef>
                <a:spcPts val="0"/>
              </a:spcBef>
              <a:spcAft>
                <a:spcPts val="0"/>
              </a:spcAft>
              <a:buSzPts val="1400"/>
              <a:buNone/>
            </a:lvl3pPr>
            <a:lvl4pPr lvl="3" algn="l" rtl="0">
              <a:lnSpc>
                <a:spcPct val="100000"/>
              </a:lnSpc>
              <a:spcBef>
                <a:spcPts val="0"/>
              </a:spcBef>
              <a:spcAft>
                <a:spcPts val="0"/>
              </a:spcAft>
              <a:buSzPts val="1400"/>
              <a:buNone/>
            </a:lvl4pPr>
            <a:lvl5pPr lvl="4" algn="l" rtl="0">
              <a:lnSpc>
                <a:spcPct val="100000"/>
              </a:lnSpc>
              <a:spcBef>
                <a:spcPts val="0"/>
              </a:spcBef>
              <a:spcAft>
                <a:spcPts val="0"/>
              </a:spcAft>
              <a:buSzPts val="1400"/>
              <a:buNone/>
            </a:lvl5pPr>
            <a:lvl6pPr lvl="5" algn="l" rtl="0">
              <a:lnSpc>
                <a:spcPct val="100000"/>
              </a:lnSpc>
              <a:spcBef>
                <a:spcPts val="0"/>
              </a:spcBef>
              <a:spcAft>
                <a:spcPts val="0"/>
              </a:spcAft>
              <a:buSzPts val="1400"/>
              <a:buNone/>
            </a:lvl6pPr>
            <a:lvl7pPr lvl="6" algn="l" rtl="0">
              <a:lnSpc>
                <a:spcPct val="100000"/>
              </a:lnSpc>
              <a:spcBef>
                <a:spcPts val="0"/>
              </a:spcBef>
              <a:spcAft>
                <a:spcPts val="0"/>
              </a:spcAft>
              <a:buSzPts val="1400"/>
              <a:buNone/>
            </a:lvl7pPr>
            <a:lvl8pPr lvl="7" algn="l" rtl="0">
              <a:lnSpc>
                <a:spcPct val="100000"/>
              </a:lnSpc>
              <a:spcBef>
                <a:spcPts val="0"/>
              </a:spcBef>
              <a:spcAft>
                <a:spcPts val="0"/>
              </a:spcAft>
              <a:buSzPts val="1400"/>
              <a:buNone/>
            </a:lvl8pPr>
            <a:lvl9pPr lvl="8" algn="l" rtl="0">
              <a:lnSpc>
                <a:spcPct val="100000"/>
              </a:lnSpc>
              <a:spcBef>
                <a:spcPts val="0"/>
              </a:spcBef>
              <a:spcAft>
                <a:spcPts val="0"/>
              </a:spcAft>
              <a:buSzPts val="1400"/>
              <a:buNone/>
            </a:lvl9pPr>
          </a:lstStyle>
          <a:p>
            <a:r>
              <a:rPr lang="en-US"/>
              <a:t>Department of Electrical and Electronics Engineering</a:t>
            </a:r>
            <a:endParaRPr/>
          </a:p>
        </p:txBody>
      </p:sp>
      <p:sp>
        <p:nvSpPr>
          <p:cNvPr id="1048675" name="Google Shape;58;p8"/>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9"/>
        <p:cNvGrpSpPr/>
        <p:nvPr/>
      </p:nvGrpSpPr>
      <p:grpSpPr>
        <a:xfrm>
          <a:off x="0" y="0"/>
          <a:ext cx="0" cy="0"/>
          <a:chOff x="0" y="0"/>
          <a:chExt cx="0" cy="0"/>
        </a:xfrm>
      </p:grpSpPr>
      <p:sp>
        <p:nvSpPr>
          <p:cNvPr id="1048676" name="Google Shape;60;p9"/>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200">
                <a:solidFill>
                  <a:srgbClr val="898989"/>
                </a:solidFill>
              </a:defRPr>
            </a:lvl1pPr>
            <a:lvl2pPr lvl="1" algn="l" rtl="0">
              <a:lnSpc>
                <a:spcPct val="100000"/>
              </a:lnSpc>
              <a:spcBef>
                <a:spcPts val="0"/>
              </a:spcBef>
              <a:spcAft>
                <a:spcPts val="0"/>
              </a:spcAft>
              <a:buSzPts val="1400"/>
              <a:buNone/>
            </a:lvl2pPr>
            <a:lvl3pPr lvl="2" algn="l" rtl="0">
              <a:lnSpc>
                <a:spcPct val="100000"/>
              </a:lnSpc>
              <a:spcBef>
                <a:spcPts val="0"/>
              </a:spcBef>
              <a:spcAft>
                <a:spcPts val="0"/>
              </a:spcAft>
              <a:buSzPts val="1400"/>
              <a:buNone/>
            </a:lvl3pPr>
            <a:lvl4pPr lvl="3" algn="l" rtl="0">
              <a:lnSpc>
                <a:spcPct val="100000"/>
              </a:lnSpc>
              <a:spcBef>
                <a:spcPts val="0"/>
              </a:spcBef>
              <a:spcAft>
                <a:spcPts val="0"/>
              </a:spcAft>
              <a:buSzPts val="1400"/>
              <a:buNone/>
            </a:lvl4pPr>
            <a:lvl5pPr lvl="4" algn="l" rtl="0">
              <a:lnSpc>
                <a:spcPct val="100000"/>
              </a:lnSpc>
              <a:spcBef>
                <a:spcPts val="0"/>
              </a:spcBef>
              <a:spcAft>
                <a:spcPts val="0"/>
              </a:spcAft>
              <a:buSzPts val="1400"/>
              <a:buNone/>
            </a:lvl5pPr>
            <a:lvl6pPr lvl="5" algn="l" rtl="0">
              <a:lnSpc>
                <a:spcPct val="100000"/>
              </a:lnSpc>
              <a:spcBef>
                <a:spcPts val="0"/>
              </a:spcBef>
              <a:spcAft>
                <a:spcPts val="0"/>
              </a:spcAft>
              <a:buSzPts val="1400"/>
              <a:buNone/>
            </a:lvl6pPr>
            <a:lvl7pPr lvl="6" algn="l" rtl="0">
              <a:lnSpc>
                <a:spcPct val="100000"/>
              </a:lnSpc>
              <a:spcBef>
                <a:spcPts val="0"/>
              </a:spcBef>
              <a:spcAft>
                <a:spcPts val="0"/>
              </a:spcAft>
              <a:buSzPts val="1400"/>
              <a:buNone/>
            </a:lvl7pPr>
            <a:lvl8pPr lvl="7" algn="l" rtl="0">
              <a:lnSpc>
                <a:spcPct val="100000"/>
              </a:lnSpc>
              <a:spcBef>
                <a:spcPts val="0"/>
              </a:spcBef>
              <a:spcAft>
                <a:spcPts val="0"/>
              </a:spcAft>
              <a:buSzPts val="1400"/>
              <a:buNone/>
            </a:lvl8pPr>
            <a:lvl9pPr lvl="8" algn="l" rtl="0">
              <a:lnSpc>
                <a:spcPct val="100000"/>
              </a:lnSpc>
              <a:spcBef>
                <a:spcPts val="0"/>
              </a:spcBef>
              <a:spcAft>
                <a:spcPts val="0"/>
              </a:spcAft>
              <a:buSzPts val="1400"/>
              <a:buNone/>
            </a:lvl9pPr>
          </a:lstStyle>
          <a:p>
            <a:r>
              <a:rPr lang="en-US"/>
              <a:t>Chennai Institute of Technology</a:t>
            </a:r>
            <a:endParaRPr/>
          </a:p>
        </p:txBody>
      </p:sp>
      <p:sp>
        <p:nvSpPr>
          <p:cNvPr id="1048677" name="Google Shape;61;p9"/>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lvl1pPr>
            <a:lvl2pPr lvl="1" algn="l" rtl="0">
              <a:lnSpc>
                <a:spcPct val="100000"/>
              </a:lnSpc>
              <a:spcBef>
                <a:spcPts val="0"/>
              </a:spcBef>
              <a:spcAft>
                <a:spcPts val="0"/>
              </a:spcAft>
              <a:buSzPts val="1400"/>
              <a:buNone/>
            </a:lvl2pPr>
            <a:lvl3pPr lvl="2" algn="l" rtl="0">
              <a:lnSpc>
                <a:spcPct val="100000"/>
              </a:lnSpc>
              <a:spcBef>
                <a:spcPts val="0"/>
              </a:spcBef>
              <a:spcAft>
                <a:spcPts val="0"/>
              </a:spcAft>
              <a:buSzPts val="1400"/>
              <a:buNone/>
            </a:lvl3pPr>
            <a:lvl4pPr lvl="3" algn="l" rtl="0">
              <a:lnSpc>
                <a:spcPct val="100000"/>
              </a:lnSpc>
              <a:spcBef>
                <a:spcPts val="0"/>
              </a:spcBef>
              <a:spcAft>
                <a:spcPts val="0"/>
              </a:spcAft>
              <a:buSzPts val="1400"/>
              <a:buNone/>
            </a:lvl4pPr>
            <a:lvl5pPr lvl="4" algn="l" rtl="0">
              <a:lnSpc>
                <a:spcPct val="100000"/>
              </a:lnSpc>
              <a:spcBef>
                <a:spcPts val="0"/>
              </a:spcBef>
              <a:spcAft>
                <a:spcPts val="0"/>
              </a:spcAft>
              <a:buSzPts val="1400"/>
              <a:buNone/>
            </a:lvl5pPr>
            <a:lvl6pPr lvl="5" algn="l" rtl="0">
              <a:lnSpc>
                <a:spcPct val="100000"/>
              </a:lnSpc>
              <a:spcBef>
                <a:spcPts val="0"/>
              </a:spcBef>
              <a:spcAft>
                <a:spcPts val="0"/>
              </a:spcAft>
              <a:buSzPts val="1400"/>
              <a:buNone/>
            </a:lvl6pPr>
            <a:lvl7pPr lvl="6" algn="l" rtl="0">
              <a:lnSpc>
                <a:spcPct val="100000"/>
              </a:lnSpc>
              <a:spcBef>
                <a:spcPts val="0"/>
              </a:spcBef>
              <a:spcAft>
                <a:spcPts val="0"/>
              </a:spcAft>
              <a:buSzPts val="1400"/>
              <a:buNone/>
            </a:lvl7pPr>
            <a:lvl8pPr lvl="7" algn="l" rtl="0">
              <a:lnSpc>
                <a:spcPct val="100000"/>
              </a:lnSpc>
              <a:spcBef>
                <a:spcPts val="0"/>
              </a:spcBef>
              <a:spcAft>
                <a:spcPts val="0"/>
              </a:spcAft>
              <a:buSzPts val="1400"/>
              <a:buNone/>
            </a:lvl8pPr>
            <a:lvl9pPr lvl="8" algn="l" rtl="0">
              <a:lnSpc>
                <a:spcPct val="100000"/>
              </a:lnSpc>
              <a:spcBef>
                <a:spcPts val="0"/>
              </a:spcBef>
              <a:spcAft>
                <a:spcPts val="0"/>
              </a:spcAft>
              <a:buSzPts val="1400"/>
              <a:buNone/>
            </a:lvl9pPr>
          </a:lstStyle>
          <a:p>
            <a:r>
              <a:rPr lang="en-US"/>
              <a:t>Department of Electrical and Electronics Engineering</a:t>
            </a:r>
            <a:endParaRPr/>
          </a:p>
        </p:txBody>
      </p:sp>
      <p:sp>
        <p:nvSpPr>
          <p:cNvPr id="1048678" name="Google Shape;62;p9"/>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3"/>
        <p:cNvGrpSpPr/>
        <p:nvPr/>
      </p:nvGrpSpPr>
      <p:grpSpPr>
        <a:xfrm>
          <a:off x="0" y="0"/>
          <a:ext cx="0" cy="0"/>
          <a:chOff x="0" y="0"/>
          <a:chExt cx="0" cy="0"/>
        </a:xfrm>
      </p:grpSpPr>
      <p:sp>
        <p:nvSpPr>
          <p:cNvPr id="1048651" name="Google Shape;64;p10"/>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chemeClr val="dk1"/>
              </a:buClr>
              <a:buSzPts val="1800"/>
              <a:buNone/>
            </a:lvl1pPr>
            <a:lvl2pPr lvl="1" rtl="0">
              <a:spcBef>
                <a:spcPts val="0"/>
              </a:spcBef>
              <a:spcAft>
                <a:spcPts val="0"/>
              </a:spcAft>
              <a:buSzPts val="1400"/>
              <a:buNone/>
            </a:lvl2pPr>
            <a:lvl3pPr lvl="2" rtl="0">
              <a:spcBef>
                <a:spcPts val="0"/>
              </a:spcBef>
              <a:spcAft>
                <a:spcPts val="0"/>
              </a:spcAft>
              <a:buSzPts val="1400"/>
              <a:buNone/>
            </a:lvl3pPr>
            <a:lvl4pPr lvl="3" rtl="0">
              <a:spcBef>
                <a:spcPts val="0"/>
              </a:spcBef>
              <a:spcAft>
                <a:spcPts val="0"/>
              </a:spcAft>
              <a:buSzPts val="1400"/>
              <a:buNone/>
            </a:lvl4pPr>
            <a:lvl5pPr lvl="4" rtl="0">
              <a:spcBef>
                <a:spcPts val="0"/>
              </a:spcBef>
              <a:spcAft>
                <a:spcPts val="0"/>
              </a:spcAft>
              <a:buSzPts val="1400"/>
              <a:buNone/>
            </a:lvl5pPr>
            <a:lvl6pPr lvl="5" rtl="0">
              <a:spcBef>
                <a:spcPts val="0"/>
              </a:spcBef>
              <a:spcAft>
                <a:spcPts val="0"/>
              </a:spcAft>
              <a:buSzPts val="1400"/>
              <a:buNone/>
            </a:lvl6pPr>
            <a:lvl7pPr lvl="6" rtl="0">
              <a:spcBef>
                <a:spcPts val="0"/>
              </a:spcBef>
              <a:spcAft>
                <a:spcPts val="0"/>
              </a:spcAft>
              <a:buSzPts val="1400"/>
              <a:buNone/>
            </a:lvl7pPr>
            <a:lvl8pPr lvl="7" rtl="0">
              <a:spcBef>
                <a:spcPts val="0"/>
              </a:spcBef>
              <a:spcAft>
                <a:spcPts val="0"/>
              </a:spcAft>
              <a:buSzPts val="1400"/>
              <a:buNone/>
            </a:lvl8pPr>
            <a:lvl9pPr lvl="8" rtl="0">
              <a:spcBef>
                <a:spcPts val="0"/>
              </a:spcBef>
              <a:spcAft>
                <a:spcPts val="0"/>
              </a:spcAft>
              <a:buSzPts val="1400"/>
              <a:buNone/>
            </a:lvl9pPr>
          </a:lstStyle>
          <a:p>
            <a:r>
              <a:rPr lang="en-US"/>
              <a:t>Click to edit Master title style</a:t>
            </a:r>
            <a:endParaRPr/>
          </a:p>
        </p:txBody>
      </p:sp>
      <p:sp>
        <p:nvSpPr>
          <p:cNvPr id="1048652" name="Google Shape;65;p10"/>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200">
                <a:solidFill>
                  <a:srgbClr val="898989"/>
                </a:solidFill>
              </a:defRPr>
            </a:lvl1pPr>
            <a:lvl2pPr lvl="1" algn="l" rtl="0">
              <a:lnSpc>
                <a:spcPct val="100000"/>
              </a:lnSpc>
              <a:spcBef>
                <a:spcPts val="0"/>
              </a:spcBef>
              <a:spcAft>
                <a:spcPts val="0"/>
              </a:spcAft>
              <a:buSzPts val="1400"/>
              <a:buNone/>
            </a:lvl2pPr>
            <a:lvl3pPr lvl="2" algn="l" rtl="0">
              <a:lnSpc>
                <a:spcPct val="100000"/>
              </a:lnSpc>
              <a:spcBef>
                <a:spcPts val="0"/>
              </a:spcBef>
              <a:spcAft>
                <a:spcPts val="0"/>
              </a:spcAft>
              <a:buSzPts val="1400"/>
              <a:buNone/>
            </a:lvl3pPr>
            <a:lvl4pPr lvl="3" algn="l" rtl="0">
              <a:lnSpc>
                <a:spcPct val="100000"/>
              </a:lnSpc>
              <a:spcBef>
                <a:spcPts val="0"/>
              </a:spcBef>
              <a:spcAft>
                <a:spcPts val="0"/>
              </a:spcAft>
              <a:buSzPts val="1400"/>
              <a:buNone/>
            </a:lvl4pPr>
            <a:lvl5pPr lvl="4" algn="l" rtl="0">
              <a:lnSpc>
                <a:spcPct val="100000"/>
              </a:lnSpc>
              <a:spcBef>
                <a:spcPts val="0"/>
              </a:spcBef>
              <a:spcAft>
                <a:spcPts val="0"/>
              </a:spcAft>
              <a:buSzPts val="1400"/>
              <a:buNone/>
            </a:lvl5pPr>
            <a:lvl6pPr lvl="5" algn="l" rtl="0">
              <a:lnSpc>
                <a:spcPct val="100000"/>
              </a:lnSpc>
              <a:spcBef>
                <a:spcPts val="0"/>
              </a:spcBef>
              <a:spcAft>
                <a:spcPts val="0"/>
              </a:spcAft>
              <a:buSzPts val="1400"/>
              <a:buNone/>
            </a:lvl6pPr>
            <a:lvl7pPr lvl="6" algn="l" rtl="0">
              <a:lnSpc>
                <a:spcPct val="100000"/>
              </a:lnSpc>
              <a:spcBef>
                <a:spcPts val="0"/>
              </a:spcBef>
              <a:spcAft>
                <a:spcPts val="0"/>
              </a:spcAft>
              <a:buSzPts val="1400"/>
              <a:buNone/>
            </a:lvl7pPr>
            <a:lvl8pPr lvl="7" algn="l" rtl="0">
              <a:lnSpc>
                <a:spcPct val="100000"/>
              </a:lnSpc>
              <a:spcBef>
                <a:spcPts val="0"/>
              </a:spcBef>
              <a:spcAft>
                <a:spcPts val="0"/>
              </a:spcAft>
              <a:buSzPts val="1400"/>
              <a:buNone/>
            </a:lvl8pPr>
            <a:lvl9pPr lvl="8" algn="l" rtl="0">
              <a:lnSpc>
                <a:spcPct val="100000"/>
              </a:lnSpc>
              <a:spcBef>
                <a:spcPts val="0"/>
              </a:spcBef>
              <a:spcAft>
                <a:spcPts val="0"/>
              </a:spcAft>
              <a:buSzPts val="1400"/>
              <a:buNone/>
            </a:lvl9pPr>
          </a:lstStyle>
          <a:p>
            <a:r>
              <a:rPr lang="en-US"/>
              <a:t>Chennai Institute of Technology</a:t>
            </a:r>
            <a:endParaRPr/>
          </a:p>
        </p:txBody>
      </p:sp>
      <p:sp>
        <p:nvSpPr>
          <p:cNvPr id="1048653" name="Google Shape;66;p10"/>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lvl1pPr>
            <a:lvl2pPr lvl="1" algn="l" rtl="0">
              <a:lnSpc>
                <a:spcPct val="100000"/>
              </a:lnSpc>
              <a:spcBef>
                <a:spcPts val="0"/>
              </a:spcBef>
              <a:spcAft>
                <a:spcPts val="0"/>
              </a:spcAft>
              <a:buSzPts val="1400"/>
              <a:buNone/>
            </a:lvl2pPr>
            <a:lvl3pPr lvl="2" algn="l" rtl="0">
              <a:lnSpc>
                <a:spcPct val="100000"/>
              </a:lnSpc>
              <a:spcBef>
                <a:spcPts val="0"/>
              </a:spcBef>
              <a:spcAft>
                <a:spcPts val="0"/>
              </a:spcAft>
              <a:buSzPts val="1400"/>
              <a:buNone/>
            </a:lvl3pPr>
            <a:lvl4pPr lvl="3" algn="l" rtl="0">
              <a:lnSpc>
                <a:spcPct val="100000"/>
              </a:lnSpc>
              <a:spcBef>
                <a:spcPts val="0"/>
              </a:spcBef>
              <a:spcAft>
                <a:spcPts val="0"/>
              </a:spcAft>
              <a:buSzPts val="1400"/>
              <a:buNone/>
            </a:lvl4pPr>
            <a:lvl5pPr lvl="4" algn="l" rtl="0">
              <a:lnSpc>
                <a:spcPct val="100000"/>
              </a:lnSpc>
              <a:spcBef>
                <a:spcPts val="0"/>
              </a:spcBef>
              <a:spcAft>
                <a:spcPts val="0"/>
              </a:spcAft>
              <a:buSzPts val="1400"/>
              <a:buNone/>
            </a:lvl5pPr>
            <a:lvl6pPr lvl="5" algn="l" rtl="0">
              <a:lnSpc>
                <a:spcPct val="100000"/>
              </a:lnSpc>
              <a:spcBef>
                <a:spcPts val="0"/>
              </a:spcBef>
              <a:spcAft>
                <a:spcPts val="0"/>
              </a:spcAft>
              <a:buSzPts val="1400"/>
              <a:buNone/>
            </a:lvl6pPr>
            <a:lvl7pPr lvl="6" algn="l" rtl="0">
              <a:lnSpc>
                <a:spcPct val="100000"/>
              </a:lnSpc>
              <a:spcBef>
                <a:spcPts val="0"/>
              </a:spcBef>
              <a:spcAft>
                <a:spcPts val="0"/>
              </a:spcAft>
              <a:buSzPts val="1400"/>
              <a:buNone/>
            </a:lvl7pPr>
            <a:lvl8pPr lvl="7" algn="l" rtl="0">
              <a:lnSpc>
                <a:spcPct val="100000"/>
              </a:lnSpc>
              <a:spcBef>
                <a:spcPts val="0"/>
              </a:spcBef>
              <a:spcAft>
                <a:spcPts val="0"/>
              </a:spcAft>
              <a:buSzPts val="1400"/>
              <a:buNone/>
            </a:lvl8pPr>
            <a:lvl9pPr lvl="8" algn="l" rtl="0">
              <a:lnSpc>
                <a:spcPct val="100000"/>
              </a:lnSpc>
              <a:spcBef>
                <a:spcPts val="0"/>
              </a:spcBef>
              <a:spcAft>
                <a:spcPts val="0"/>
              </a:spcAft>
              <a:buSzPts val="1400"/>
              <a:buNone/>
            </a:lvl9pPr>
          </a:lstStyle>
          <a:p>
            <a:r>
              <a:rPr lang="en-US"/>
              <a:t>Department of Electrical and Electronics Engineering</a:t>
            </a:r>
            <a:endParaRPr/>
          </a:p>
        </p:txBody>
      </p:sp>
      <p:sp>
        <p:nvSpPr>
          <p:cNvPr id="1048654" name="Google Shape;67;p10"/>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8"/>
        <p:cNvGrpSpPr/>
        <p:nvPr/>
      </p:nvGrpSpPr>
      <p:grpSpPr>
        <a:xfrm>
          <a:off x="0" y="0"/>
          <a:ext cx="0" cy="0"/>
          <a:chOff x="0" y="0"/>
          <a:chExt cx="0" cy="0"/>
        </a:xfrm>
      </p:grpSpPr>
      <p:sp>
        <p:nvSpPr>
          <p:cNvPr id="1048655" name="Google Shape;69;p11"/>
          <p:cNvSpPr txBox="1">
            <a:spLocks noGrp="1"/>
          </p:cNvSpPr>
          <p:nvPr>
            <p:ph type="title"/>
          </p:nvPr>
        </p:nvSpPr>
        <p:spPr>
          <a:xfrm>
            <a:off x="831850" y="1709738"/>
            <a:ext cx="10515600" cy="2852700"/>
          </a:xfrm>
          <a:prstGeom prst="rect">
            <a:avLst/>
          </a:prstGeom>
          <a:noFill/>
          <a:ln>
            <a:noFill/>
          </a:ln>
        </p:spPr>
        <p:txBody>
          <a:bodyPr spcFirstLastPara="1" wrap="square" lIns="91425" tIns="45700" rIns="91425" bIns="45700" anchor="b" anchorCtr="0">
            <a:noAutofit/>
          </a:bodyPr>
          <a:lstStyle>
            <a:lvl1pPr lvl="0" algn="l" rtl="0">
              <a:lnSpc>
                <a:spcPct val="90000"/>
              </a:lnSpc>
              <a:spcBef>
                <a:spcPts val="0"/>
              </a:spcBef>
              <a:spcAft>
                <a:spcPts val="0"/>
              </a:spcAft>
              <a:buClr>
                <a:schemeClr val="dk1"/>
              </a:buClr>
              <a:buSzPts val="6000"/>
              <a:buFont typeface="Calibri"/>
              <a:buNone/>
              <a:defRPr sz="6000"/>
            </a:lvl1pPr>
            <a:lvl2pPr lvl="1" rtl="0">
              <a:spcBef>
                <a:spcPts val="0"/>
              </a:spcBef>
              <a:spcAft>
                <a:spcPts val="0"/>
              </a:spcAft>
              <a:buSzPts val="1400"/>
              <a:buNone/>
            </a:lvl2pPr>
            <a:lvl3pPr lvl="2" rtl="0">
              <a:spcBef>
                <a:spcPts val="0"/>
              </a:spcBef>
              <a:spcAft>
                <a:spcPts val="0"/>
              </a:spcAft>
              <a:buSzPts val="1400"/>
              <a:buNone/>
            </a:lvl3pPr>
            <a:lvl4pPr lvl="3" rtl="0">
              <a:spcBef>
                <a:spcPts val="0"/>
              </a:spcBef>
              <a:spcAft>
                <a:spcPts val="0"/>
              </a:spcAft>
              <a:buSzPts val="1400"/>
              <a:buNone/>
            </a:lvl4pPr>
            <a:lvl5pPr lvl="4" rtl="0">
              <a:spcBef>
                <a:spcPts val="0"/>
              </a:spcBef>
              <a:spcAft>
                <a:spcPts val="0"/>
              </a:spcAft>
              <a:buSzPts val="1400"/>
              <a:buNone/>
            </a:lvl5pPr>
            <a:lvl6pPr lvl="5" rtl="0">
              <a:spcBef>
                <a:spcPts val="0"/>
              </a:spcBef>
              <a:spcAft>
                <a:spcPts val="0"/>
              </a:spcAft>
              <a:buSzPts val="1400"/>
              <a:buNone/>
            </a:lvl6pPr>
            <a:lvl7pPr lvl="6" rtl="0">
              <a:spcBef>
                <a:spcPts val="0"/>
              </a:spcBef>
              <a:spcAft>
                <a:spcPts val="0"/>
              </a:spcAft>
              <a:buSzPts val="1400"/>
              <a:buNone/>
            </a:lvl7pPr>
            <a:lvl8pPr lvl="7" rtl="0">
              <a:spcBef>
                <a:spcPts val="0"/>
              </a:spcBef>
              <a:spcAft>
                <a:spcPts val="0"/>
              </a:spcAft>
              <a:buSzPts val="1400"/>
              <a:buNone/>
            </a:lvl8pPr>
            <a:lvl9pPr lvl="8" rtl="0">
              <a:spcBef>
                <a:spcPts val="0"/>
              </a:spcBef>
              <a:spcAft>
                <a:spcPts val="0"/>
              </a:spcAft>
              <a:buSzPts val="1400"/>
              <a:buNone/>
            </a:lvl9pPr>
          </a:lstStyle>
          <a:p>
            <a:r>
              <a:rPr lang="en-US"/>
              <a:t>Click to edit Master title style</a:t>
            </a:r>
            <a:endParaRPr/>
          </a:p>
        </p:txBody>
      </p:sp>
      <p:sp>
        <p:nvSpPr>
          <p:cNvPr id="1048656" name="Google Shape;70;p11"/>
          <p:cNvSpPr txBox="1">
            <a:spLocks noGrp="1"/>
          </p:cNvSpPr>
          <p:nvPr>
            <p:ph type="body" idx="1"/>
          </p:nvPr>
        </p:nvSpPr>
        <p:spPr>
          <a:xfrm>
            <a:off x="831850" y="4589463"/>
            <a:ext cx="10515600" cy="15003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1000"/>
              </a:spcBef>
              <a:spcAft>
                <a:spcPts val="0"/>
              </a:spcAft>
              <a:buClr>
                <a:srgbClr val="888888"/>
              </a:buClr>
              <a:buSzPts val="2400"/>
              <a:buNone/>
              <a:defRPr sz="2400">
                <a:solidFill>
                  <a:srgbClr val="888888"/>
                </a:solidFill>
              </a:defRPr>
            </a:lvl1pPr>
            <a:lvl2pPr marL="914400" lvl="1" indent="-228600" algn="l" rtl="0">
              <a:lnSpc>
                <a:spcPct val="90000"/>
              </a:lnSpc>
              <a:spcBef>
                <a:spcPts val="500"/>
              </a:spcBef>
              <a:spcAft>
                <a:spcPts val="0"/>
              </a:spcAft>
              <a:buClr>
                <a:srgbClr val="888888"/>
              </a:buClr>
              <a:buSzPts val="2000"/>
              <a:buNone/>
              <a:defRPr sz="2000">
                <a:solidFill>
                  <a:srgbClr val="888888"/>
                </a:solidFill>
              </a:defRPr>
            </a:lvl2pPr>
            <a:lvl3pPr marL="1371600" lvl="2" indent="-228600" algn="l" rtl="0">
              <a:lnSpc>
                <a:spcPct val="90000"/>
              </a:lnSpc>
              <a:spcBef>
                <a:spcPts val="500"/>
              </a:spcBef>
              <a:spcAft>
                <a:spcPts val="0"/>
              </a:spcAft>
              <a:buClr>
                <a:srgbClr val="888888"/>
              </a:buClr>
              <a:buSzPts val="1800"/>
              <a:buNone/>
              <a:defRPr sz="1800">
                <a:solidFill>
                  <a:srgbClr val="888888"/>
                </a:solidFill>
              </a:defRPr>
            </a:lvl3pPr>
            <a:lvl4pPr marL="1828800" lvl="3" indent="-228600" algn="l" rtl="0">
              <a:lnSpc>
                <a:spcPct val="90000"/>
              </a:lnSpc>
              <a:spcBef>
                <a:spcPts val="500"/>
              </a:spcBef>
              <a:spcAft>
                <a:spcPts val="0"/>
              </a:spcAft>
              <a:buClr>
                <a:srgbClr val="888888"/>
              </a:buClr>
              <a:buSzPts val="1600"/>
              <a:buNone/>
              <a:defRPr sz="1600">
                <a:solidFill>
                  <a:srgbClr val="888888"/>
                </a:solidFill>
              </a:defRPr>
            </a:lvl4pPr>
            <a:lvl5pPr marL="2286000" lvl="4" indent="-228600" algn="l" rtl="0">
              <a:lnSpc>
                <a:spcPct val="90000"/>
              </a:lnSpc>
              <a:spcBef>
                <a:spcPts val="500"/>
              </a:spcBef>
              <a:spcAft>
                <a:spcPts val="0"/>
              </a:spcAft>
              <a:buClr>
                <a:srgbClr val="888888"/>
              </a:buClr>
              <a:buSzPts val="1600"/>
              <a:buNone/>
              <a:defRPr sz="1600">
                <a:solidFill>
                  <a:srgbClr val="888888"/>
                </a:solidFill>
              </a:defRPr>
            </a:lvl5pPr>
            <a:lvl6pPr marL="2743200" lvl="5" indent="-228600" algn="l" rtl="0">
              <a:lnSpc>
                <a:spcPct val="90000"/>
              </a:lnSpc>
              <a:spcBef>
                <a:spcPts val="500"/>
              </a:spcBef>
              <a:spcAft>
                <a:spcPts val="0"/>
              </a:spcAft>
              <a:buClr>
                <a:srgbClr val="888888"/>
              </a:buClr>
              <a:buSzPts val="1600"/>
              <a:buNone/>
              <a:defRPr sz="1600">
                <a:solidFill>
                  <a:srgbClr val="888888"/>
                </a:solidFill>
              </a:defRPr>
            </a:lvl6pPr>
            <a:lvl7pPr marL="3200400" lvl="6" indent="-228600" algn="l" rtl="0">
              <a:lnSpc>
                <a:spcPct val="90000"/>
              </a:lnSpc>
              <a:spcBef>
                <a:spcPts val="500"/>
              </a:spcBef>
              <a:spcAft>
                <a:spcPts val="0"/>
              </a:spcAft>
              <a:buClr>
                <a:srgbClr val="888888"/>
              </a:buClr>
              <a:buSzPts val="1600"/>
              <a:buNone/>
              <a:defRPr sz="1600">
                <a:solidFill>
                  <a:srgbClr val="888888"/>
                </a:solidFill>
              </a:defRPr>
            </a:lvl7pPr>
            <a:lvl8pPr marL="3657600" lvl="7" indent="-228600" algn="l" rtl="0">
              <a:lnSpc>
                <a:spcPct val="90000"/>
              </a:lnSpc>
              <a:spcBef>
                <a:spcPts val="500"/>
              </a:spcBef>
              <a:spcAft>
                <a:spcPts val="0"/>
              </a:spcAft>
              <a:buClr>
                <a:srgbClr val="888888"/>
              </a:buClr>
              <a:buSzPts val="1600"/>
              <a:buNone/>
              <a:defRPr sz="1600">
                <a:solidFill>
                  <a:srgbClr val="888888"/>
                </a:solidFill>
              </a:defRPr>
            </a:lvl8pPr>
            <a:lvl9pPr marL="4114800" lvl="8" indent="-228600" algn="l" rtl="0">
              <a:lnSpc>
                <a:spcPct val="90000"/>
              </a:lnSpc>
              <a:spcBef>
                <a:spcPts val="500"/>
              </a:spcBef>
              <a:spcAft>
                <a:spcPts val="0"/>
              </a:spcAft>
              <a:buClr>
                <a:srgbClr val="888888"/>
              </a:buClr>
              <a:buSzPts val="1600"/>
              <a:buNone/>
              <a:defRPr sz="1600">
                <a:solidFill>
                  <a:srgbClr val="888888"/>
                </a:solidFill>
              </a:defRPr>
            </a:lvl9pPr>
          </a:lstStyle>
          <a:p>
            <a:pPr lvl="0"/>
            <a:r>
              <a:rPr lang="en-US"/>
              <a:t>Click to edit Master text styles</a:t>
            </a:r>
          </a:p>
        </p:txBody>
      </p:sp>
      <p:sp>
        <p:nvSpPr>
          <p:cNvPr id="1048657" name="Google Shape;71;p1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1200">
                <a:solidFill>
                  <a:srgbClr val="898989"/>
                </a:solidFill>
              </a:defRPr>
            </a:lvl1pPr>
            <a:lvl2pPr lvl="1" algn="l" rtl="0">
              <a:lnSpc>
                <a:spcPct val="100000"/>
              </a:lnSpc>
              <a:spcBef>
                <a:spcPts val="0"/>
              </a:spcBef>
              <a:spcAft>
                <a:spcPts val="0"/>
              </a:spcAft>
              <a:buSzPts val="1400"/>
              <a:buNone/>
            </a:lvl2pPr>
            <a:lvl3pPr lvl="2" algn="l" rtl="0">
              <a:lnSpc>
                <a:spcPct val="100000"/>
              </a:lnSpc>
              <a:spcBef>
                <a:spcPts val="0"/>
              </a:spcBef>
              <a:spcAft>
                <a:spcPts val="0"/>
              </a:spcAft>
              <a:buSzPts val="1400"/>
              <a:buNone/>
            </a:lvl3pPr>
            <a:lvl4pPr lvl="3" algn="l" rtl="0">
              <a:lnSpc>
                <a:spcPct val="100000"/>
              </a:lnSpc>
              <a:spcBef>
                <a:spcPts val="0"/>
              </a:spcBef>
              <a:spcAft>
                <a:spcPts val="0"/>
              </a:spcAft>
              <a:buSzPts val="1400"/>
              <a:buNone/>
            </a:lvl4pPr>
            <a:lvl5pPr lvl="4" algn="l" rtl="0">
              <a:lnSpc>
                <a:spcPct val="100000"/>
              </a:lnSpc>
              <a:spcBef>
                <a:spcPts val="0"/>
              </a:spcBef>
              <a:spcAft>
                <a:spcPts val="0"/>
              </a:spcAft>
              <a:buSzPts val="1400"/>
              <a:buNone/>
            </a:lvl5pPr>
            <a:lvl6pPr lvl="5" algn="l" rtl="0">
              <a:lnSpc>
                <a:spcPct val="100000"/>
              </a:lnSpc>
              <a:spcBef>
                <a:spcPts val="0"/>
              </a:spcBef>
              <a:spcAft>
                <a:spcPts val="0"/>
              </a:spcAft>
              <a:buSzPts val="1400"/>
              <a:buNone/>
            </a:lvl6pPr>
            <a:lvl7pPr lvl="6" algn="l" rtl="0">
              <a:lnSpc>
                <a:spcPct val="100000"/>
              </a:lnSpc>
              <a:spcBef>
                <a:spcPts val="0"/>
              </a:spcBef>
              <a:spcAft>
                <a:spcPts val="0"/>
              </a:spcAft>
              <a:buSzPts val="1400"/>
              <a:buNone/>
            </a:lvl7pPr>
            <a:lvl8pPr lvl="7" algn="l" rtl="0">
              <a:lnSpc>
                <a:spcPct val="100000"/>
              </a:lnSpc>
              <a:spcBef>
                <a:spcPts val="0"/>
              </a:spcBef>
              <a:spcAft>
                <a:spcPts val="0"/>
              </a:spcAft>
              <a:buSzPts val="1400"/>
              <a:buNone/>
            </a:lvl8pPr>
            <a:lvl9pPr lvl="8" algn="l" rtl="0">
              <a:lnSpc>
                <a:spcPct val="100000"/>
              </a:lnSpc>
              <a:spcBef>
                <a:spcPts val="0"/>
              </a:spcBef>
              <a:spcAft>
                <a:spcPts val="0"/>
              </a:spcAft>
              <a:buSzPts val="1400"/>
              <a:buNone/>
            </a:lvl9pPr>
          </a:lstStyle>
          <a:p>
            <a:r>
              <a:rPr lang="en-US"/>
              <a:t>Chennai Institute of Technology</a:t>
            </a:r>
            <a:endParaRPr/>
          </a:p>
        </p:txBody>
      </p:sp>
      <p:sp>
        <p:nvSpPr>
          <p:cNvPr id="1048658" name="Google Shape;72;p1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lvl1pPr>
            <a:lvl2pPr lvl="1" algn="l" rtl="0">
              <a:lnSpc>
                <a:spcPct val="100000"/>
              </a:lnSpc>
              <a:spcBef>
                <a:spcPts val="0"/>
              </a:spcBef>
              <a:spcAft>
                <a:spcPts val="0"/>
              </a:spcAft>
              <a:buSzPts val="1400"/>
              <a:buNone/>
            </a:lvl2pPr>
            <a:lvl3pPr lvl="2" algn="l" rtl="0">
              <a:lnSpc>
                <a:spcPct val="100000"/>
              </a:lnSpc>
              <a:spcBef>
                <a:spcPts val="0"/>
              </a:spcBef>
              <a:spcAft>
                <a:spcPts val="0"/>
              </a:spcAft>
              <a:buSzPts val="1400"/>
              <a:buNone/>
            </a:lvl3pPr>
            <a:lvl4pPr lvl="3" algn="l" rtl="0">
              <a:lnSpc>
                <a:spcPct val="100000"/>
              </a:lnSpc>
              <a:spcBef>
                <a:spcPts val="0"/>
              </a:spcBef>
              <a:spcAft>
                <a:spcPts val="0"/>
              </a:spcAft>
              <a:buSzPts val="1400"/>
              <a:buNone/>
            </a:lvl4pPr>
            <a:lvl5pPr lvl="4" algn="l" rtl="0">
              <a:lnSpc>
                <a:spcPct val="100000"/>
              </a:lnSpc>
              <a:spcBef>
                <a:spcPts val="0"/>
              </a:spcBef>
              <a:spcAft>
                <a:spcPts val="0"/>
              </a:spcAft>
              <a:buSzPts val="1400"/>
              <a:buNone/>
            </a:lvl5pPr>
            <a:lvl6pPr lvl="5" algn="l" rtl="0">
              <a:lnSpc>
                <a:spcPct val="100000"/>
              </a:lnSpc>
              <a:spcBef>
                <a:spcPts val="0"/>
              </a:spcBef>
              <a:spcAft>
                <a:spcPts val="0"/>
              </a:spcAft>
              <a:buSzPts val="1400"/>
              <a:buNone/>
            </a:lvl6pPr>
            <a:lvl7pPr lvl="6" algn="l" rtl="0">
              <a:lnSpc>
                <a:spcPct val="100000"/>
              </a:lnSpc>
              <a:spcBef>
                <a:spcPts val="0"/>
              </a:spcBef>
              <a:spcAft>
                <a:spcPts val="0"/>
              </a:spcAft>
              <a:buSzPts val="1400"/>
              <a:buNone/>
            </a:lvl7pPr>
            <a:lvl8pPr lvl="7" algn="l" rtl="0">
              <a:lnSpc>
                <a:spcPct val="100000"/>
              </a:lnSpc>
              <a:spcBef>
                <a:spcPts val="0"/>
              </a:spcBef>
              <a:spcAft>
                <a:spcPts val="0"/>
              </a:spcAft>
              <a:buSzPts val="1400"/>
              <a:buNone/>
            </a:lvl8pPr>
            <a:lvl9pPr lvl="8" algn="l" rtl="0">
              <a:lnSpc>
                <a:spcPct val="100000"/>
              </a:lnSpc>
              <a:spcBef>
                <a:spcPts val="0"/>
              </a:spcBef>
              <a:spcAft>
                <a:spcPts val="0"/>
              </a:spcAft>
              <a:buSzPts val="1400"/>
              <a:buNone/>
            </a:lvl9pPr>
          </a:lstStyle>
          <a:p>
            <a:r>
              <a:rPr lang="en-US"/>
              <a:t>Department of Electrical and Electronics Engineering</a:t>
            </a:r>
            <a:endParaRPr/>
          </a:p>
        </p:txBody>
      </p:sp>
      <p:sp>
        <p:nvSpPr>
          <p:cNvPr id="1048659" name="Google Shape;73;p1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Shape 5"/>
        <p:cNvGrpSpPr/>
        <p:nvPr/>
      </p:nvGrpSpPr>
      <p:grpSpPr>
        <a:xfrm>
          <a:off x="0" y="0"/>
          <a:ext cx="0" cy="0"/>
          <a:chOff x="0" y="0"/>
          <a:chExt cx="0" cy="0"/>
        </a:xfrm>
      </p:grpSpPr>
      <p:sp>
        <p:nvSpPr>
          <p:cNvPr id="1048576" name="Google Shape;6;p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048577" name="Google Shape;7;p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048578" name="Google Shape;8;p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r>
              <a:rPr lang="en-US"/>
              <a:t>Chennai Institute of Technology</a:t>
            </a:r>
            <a:endParaRPr/>
          </a:p>
        </p:txBody>
      </p:sp>
      <p:sp>
        <p:nvSpPr>
          <p:cNvPr id="1048579" name="Google Shape;9;p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r>
              <a:rPr lang="en-US"/>
              <a:t>Department of Electrical and Electronics Engineering</a:t>
            </a:r>
            <a:endParaRPr/>
          </a:p>
        </p:txBody>
      </p:sp>
      <p:sp>
        <p:nvSpPr>
          <p:cNvPr id="1048580" name="Google Shape;10;p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97" r:id="rId1"/>
    <p:sldLayoutId id="2147483700" r:id="rId2"/>
    <p:sldLayoutId id="2147483701" r:id="rId3"/>
    <p:sldLayoutId id="2147483702" r:id="rId4"/>
    <p:sldLayoutId id="2147483703" r:id="rId5"/>
    <p:sldLayoutId id="2147483704" r:id="rId6"/>
    <p:sldLayoutId id="2147483705" r:id="rId7"/>
    <p:sldLayoutId id="2147483706" r:id="rId8"/>
  </p:sldLayoutIdLst>
  <p:hf sldNum="0" hd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9.jpg"/><Relationship Id="rId3" Type="http://schemas.openxmlformats.org/officeDocument/2006/relationships/image" Target="../media/image4.jpg"/><Relationship Id="rId7" Type="http://schemas.openxmlformats.org/officeDocument/2006/relationships/image" Target="../media/image8.jp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7.jpg"/><Relationship Id="rId5" Type="http://schemas.openxmlformats.org/officeDocument/2006/relationships/image" Target="../media/image6.jpg"/><Relationship Id="rId10" Type="http://schemas.openxmlformats.org/officeDocument/2006/relationships/image" Target="../media/image11.png"/><Relationship Id="rId4" Type="http://schemas.openxmlformats.org/officeDocument/2006/relationships/image" Target="../media/image5.jpg"/><Relationship Id="rId9"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researchgate.net/publication/356705900_Development_of_Smart_Earth_Leakage_Circuit_Breaker_Using_IoT_and_Power_Electronics?utm_source=chatgpt.com" TargetMode="Externa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hyperlink" Target="https://arxiv.org/abs/2102.03356?utm_source=chatgpt.com" TargetMode="External"/><Relationship Id="rId5" Type="http://schemas.openxmlformats.org/officeDocument/2006/relationships/hyperlink" Target="https://www.mdpi.com/1424-8220/22/16/6121?utm_source=chatgpt.com" TargetMode="External"/><Relationship Id="rId4" Type="http://schemas.openxmlformats.org/officeDocument/2006/relationships/hyperlink" Target="https://link.springer.com/chapter/10.1007/978-3-030-69717-4_64?utm_source=chatgpt.com"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1048610" name="Google Shape;85;p13"/>
          <p:cNvSpPr txBox="1">
            <a:spLocks noGrp="1"/>
          </p:cNvSpPr>
          <p:nvPr>
            <p:ph type="title"/>
          </p:nvPr>
        </p:nvSpPr>
        <p:spPr>
          <a:xfrm>
            <a:off x="839787" y="996308"/>
            <a:ext cx="10515600" cy="711717"/>
          </a:xfrm>
          <a:prstGeom prst="rect">
            <a:avLst/>
          </a:prstGeom>
          <a:solidFill>
            <a:srgbClr val="9DC3E6"/>
          </a:solid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2400"/>
              <a:buFont typeface="Times New Roman"/>
              <a:buNone/>
            </a:pPr>
            <a:r>
              <a:rPr lang="en-IN" sz="2800" b="1" dirty="0">
                <a:latin typeface="Times New Roman" panose="02020603050405020304" pitchFamily="18" charset="0"/>
                <a:cs typeface="Times New Roman" panose="02020603050405020304" pitchFamily="18" charset="0"/>
              </a:rPr>
              <a:t>Core Course Project - 5</a:t>
            </a:r>
            <a:endParaRPr sz="2800" b="1" dirty="0">
              <a:latin typeface="Times New Roman" panose="02020603050405020304" pitchFamily="18" charset="0"/>
              <a:cs typeface="Times New Roman" panose="02020603050405020304" pitchFamily="18" charset="0"/>
            </a:endParaRPr>
          </a:p>
        </p:txBody>
      </p:sp>
      <p:sp>
        <p:nvSpPr>
          <p:cNvPr id="1048611" name="Google Shape;86;p13"/>
          <p:cNvSpPr txBox="1">
            <a:spLocks noGrp="1"/>
          </p:cNvSpPr>
          <p:nvPr>
            <p:ph type="body" idx="1"/>
          </p:nvPr>
        </p:nvSpPr>
        <p:spPr>
          <a:xfrm>
            <a:off x="1463040" y="1784350"/>
            <a:ext cx="9198864" cy="622277"/>
          </a:xfrm>
          <a:prstGeom prst="rect">
            <a:avLst/>
          </a:prstGeom>
          <a:solidFill>
            <a:srgbClr val="9DC3E6"/>
          </a:solidFill>
          <a:ln>
            <a:noFill/>
          </a:ln>
        </p:spPr>
        <p:txBody>
          <a:bodyPr spcFirstLastPara="1" wrap="square" lIns="91425" tIns="45700" rIns="91425" bIns="45700" anchor="b" anchorCtr="0">
            <a:normAutofit/>
          </a:bodyPr>
          <a:lstStyle/>
          <a:p>
            <a:pPr marL="0" lvl="0" indent="0" algn="ctr">
              <a:lnSpc>
                <a:spcPct val="100000"/>
              </a:lnSpc>
              <a:spcBef>
                <a:spcPts val="0"/>
              </a:spcBef>
              <a:buSzPts val="2200"/>
            </a:pPr>
            <a:r>
              <a:rPr lang="en-US" u="sng" dirty="0">
                <a:latin typeface="Times New Roman"/>
                <a:ea typeface="Times New Roman"/>
                <a:cs typeface="Times New Roman"/>
                <a:sym typeface="Times New Roman"/>
              </a:rPr>
              <a:t>Department of Electrical and Electronics Engineering</a:t>
            </a:r>
          </a:p>
        </p:txBody>
      </p:sp>
      <p:sp>
        <p:nvSpPr>
          <p:cNvPr id="1048614" name="Google Shape;89;p13"/>
          <p:cNvSpPr txBox="1">
            <a:spLocks noGrp="1"/>
          </p:cNvSpPr>
          <p:nvPr>
            <p:ph type="body" idx="2"/>
          </p:nvPr>
        </p:nvSpPr>
        <p:spPr>
          <a:xfrm>
            <a:off x="839700" y="2505075"/>
            <a:ext cx="10515600" cy="3684600"/>
          </a:xfrm>
          <a:prstGeom prst="rect">
            <a:avLst/>
          </a:prstGeom>
          <a:solidFill>
            <a:srgbClr val="9DC3E6"/>
          </a:solid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chemeClr val="dk1"/>
              </a:buClr>
              <a:buSzPts val="2200"/>
              <a:buNone/>
            </a:pPr>
            <a:endParaRPr lang="en-US" sz="2300" dirty="0">
              <a:latin typeface="Times New Roman"/>
              <a:cs typeface="Times New Roman"/>
              <a:sym typeface="Times New Roman"/>
            </a:endParaRPr>
          </a:p>
          <a:p>
            <a:pPr marL="0" marR="0" lvl="0" indent="0" algn="just" rtl="0">
              <a:lnSpc>
                <a:spcPct val="100000"/>
              </a:lnSpc>
              <a:spcBef>
                <a:spcPts val="0"/>
              </a:spcBef>
              <a:spcAft>
                <a:spcPts val="0"/>
              </a:spcAft>
              <a:buClr>
                <a:schemeClr val="dk1"/>
              </a:buClr>
              <a:buSzPts val="2200"/>
              <a:buNone/>
            </a:pPr>
            <a:r>
              <a:rPr lang="en-US" sz="2300" dirty="0">
                <a:latin typeface="Times New Roman"/>
                <a:cs typeface="Times New Roman"/>
                <a:sym typeface="Times New Roman"/>
              </a:rPr>
              <a:t>	</a:t>
            </a:r>
          </a:p>
          <a:p>
            <a:pPr marL="0" marR="0" lvl="0" indent="0" algn="just" rtl="0">
              <a:lnSpc>
                <a:spcPct val="100000"/>
              </a:lnSpc>
              <a:spcBef>
                <a:spcPts val="0"/>
              </a:spcBef>
              <a:spcAft>
                <a:spcPts val="0"/>
              </a:spcAft>
              <a:buClr>
                <a:schemeClr val="dk1"/>
              </a:buClr>
              <a:buSzPts val="2200"/>
              <a:buNone/>
            </a:pPr>
            <a:endParaRPr lang="en-US" sz="2300" dirty="0">
              <a:latin typeface="Times New Roman"/>
              <a:cs typeface="Times New Roman"/>
              <a:sym typeface="Times New Roman"/>
            </a:endParaRPr>
          </a:p>
          <a:p>
            <a:pPr marL="0" marR="0" lvl="0" indent="0" algn="just" rtl="0">
              <a:lnSpc>
                <a:spcPct val="100000"/>
              </a:lnSpc>
              <a:spcBef>
                <a:spcPts val="0"/>
              </a:spcBef>
              <a:spcAft>
                <a:spcPts val="0"/>
              </a:spcAft>
              <a:buClr>
                <a:schemeClr val="dk1"/>
              </a:buClr>
              <a:buSzPts val="2200"/>
              <a:buNone/>
            </a:pPr>
            <a:endParaRPr lang="en-US" sz="2300" dirty="0">
              <a:latin typeface="Times New Roman"/>
              <a:cs typeface="Times New Roman"/>
              <a:sym typeface="Times New Roman"/>
            </a:endParaRPr>
          </a:p>
          <a:p>
            <a:pPr marL="0" marR="0" lvl="0" indent="0" algn="just" rtl="0">
              <a:lnSpc>
                <a:spcPct val="100000"/>
              </a:lnSpc>
              <a:spcBef>
                <a:spcPts val="0"/>
              </a:spcBef>
              <a:spcAft>
                <a:spcPts val="0"/>
              </a:spcAft>
              <a:buClr>
                <a:schemeClr val="dk1"/>
              </a:buClr>
              <a:buSzPts val="2200"/>
              <a:buNone/>
            </a:pPr>
            <a:endParaRPr lang="en-US" sz="2300" dirty="0">
              <a:latin typeface="Times New Roman"/>
              <a:cs typeface="Times New Roman"/>
              <a:sym typeface="Times New Roman"/>
            </a:endParaRPr>
          </a:p>
          <a:p>
            <a:pPr marL="0" marR="0" lvl="0" indent="0" algn="just" rtl="0">
              <a:lnSpc>
                <a:spcPct val="100000"/>
              </a:lnSpc>
              <a:spcBef>
                <a:spcPts val="0"/>
              </a:spcBef>
              <a:spcAft>
                <a:spcPts val="0"/>
              </a:spcAft>
              <a:buClr>
                <a:schemeClr val="dk1"/>
              </a:buClr>
              <a:buSzPts val="2200"/>
              <a:buNone/>
            </a:pPr>
            <a:endParaRPr lang="en-US" sz="2300" dirty="0">
              <a:latin typeface="Times New Roman"/>
              <a:cs typeface="Times New Roman"/>
              <a:sym typeface="Times New Roman"/>
            </a:endParaRPr>
          </a:p>
          <a:p>
            <a:pPr marL="0" marR="0" lvl="0" indent="0" algn="just" rtl="0">
              <a:lnSpc>
                <a:spcPct val="100000"/>
              </a:lnSpc>
              <a:spcBef>
                <a:spcPts val="0"/>
              </a:spcBef>
              <a:spcAft>
                <a:spcPts val="0"/>
              </a:spcAft>
              <a:buClr>
                <a:schemeClr val="dk1"/>
              </a:buClr>
              <a:buSzPts val="2200"/>
              <a:buNone/>
            </a:pPr>
            <a:r>
              <a:rPr lang="en-US" sz="2300" dirty="0">
                <a:latin typeface="Times New Roman"/>
                <a:cs typeface="Times New Roman"/>
                <a:sym typeface="Times New Roman"/>
              </a:rPr>
              <a:t>                                                              SIH-1582(2024)</a:t>
            </a:r>
          </a:p>
          <a:p>
            <a:pPr marL="0" marR="0" lvl="0" indent="0" algn="just" rtl="0">
              <a:lnSpc>
                <a:spcPct val="100000"/>
              </a:lnSpc>
              <a:spcBef>
                <a:spcPts val="0"/>
              </a:spcBef>
              <a:spcAft>
                <a:spcPts val="0"/>
              </a:spcAft>
              <a:buClr>
                <a:schemeClr val="dk1"/>
              </a:buClr>
              <a:buSzPts val="2200"/>
              <a:buNone/>
            </a:pPr>
            <a:r>
              <a:rPr lang="en-US" sz="2300" dirty="0">
                <a:latin typeface="Times New Roman"/>
                <a:cs typeface="Times New Roman"/>
                <a:sym typeface="Times New Roman"/>
              </a:rPr>
              <a:t>                                                                                        Mentor- </a:t>
            </a:r>
            <a:r>
              <a:rPr lang="en-US" sz="2300" dirty="0" err="1">
                <a:latin typeface="Times New Roman"/>
                <a:cs typeface="Times New Roman"/>
                <a:sym typeface="Times New Roman"/>
              </a:rPr>
              <a:t>Dr.Sankar</a:t>
            </a:r>
            <a:endParaRPr lang="en-US" sz="2300" dirty="0">
              <a:latin typeface="Times New Roman"/>
              <a:cs typeface="Times New Roman"/>
              <a:sym typeface="Times New Roman"/>
            </a:endParaRPr>
          </a:p>
          <a:p>
            <a:pPr marL="0" marR="0" lvl="0" indent="0" algn="just" rtl="0">
              <a:lnSpc>
                <a:spcPct val="100000"/>
              </a:lnSpc>
              <a:spcBef>
                <a:spcPts val="0"/>
              </a:spcBef>
              <a:spcAft>
                <a:spcPts val="0"/>
              </a:spcAft>
              <a:buClr>
                <a:schemeClr val="dk1"/>
              </a:buClr>
              <a:buSzPts val="2200"/>
              <a:buNone/>
            </a:pPr>
            <a:r>
              <a:rPr lang="en-US" sz="2300" dirty="0">
                <a:latin typeface="Times New Roman"/>
                <a:cs typeface="Times New Roman"/>
                <a:sym typeface="Times New Roman"/>
              </a:rPr>
              <a:t>                                                                                        Sai </a:t>
            </a:r>
            <a:r>
              <a:rPr lang="en-US" sz="2300" dirty="0" err="1">
                <a:latin typeface="Times New Roman"/>
                <a:cs typeface="Times New Roman"/>
                <a:sym typeface="Times New Roman"/>
              </a:rPr>
              <a:t>Samicsha</a:t>
            </a:r>
            <a:r>
              <a:rPr lang="en-US" sz="2300" dirty="0">
                <a:latin typeface="Times New Roman"/>
                <a:cs typeface="Times New Roman"/>
                <a:sym typeface="Times New Roman"/>
              </a:rPr>
              <a:t> Shri D -23EE041</a:t>
            </a:r>
          </a:p>
          <a:p>
            <a:pPr marL="0" marR="0" lvl="0" indent="0" algn="just" rtl="0">
              <a:lnSpc>
                <a:spcPct val="100000"/>
              </a:lnSpc>
              <a:spcBef>
                <a:spcPts val="0"/>
              </a:spcBef>
              <a:spcAft>
                <a:spcPts val="0"/>
              </a:spcAft>
              <a:buClr>
                <a:schemeClr val="dk1"/>
              </a:buClr>
              <a:buSzPts val="2200"/>
              <a:buNone/>
            </a:pPr>
            <a:r>
              <a:rPr lang="en-US" sz="2300" dirty="0">
                <a:latin typeface="Times New Roman"/>
                <a:cs typeface="Times New Roman"/>
                <a:sym typeface="Times New Roman"/>
              </a:rPr>
              <a:t>	                                                                            Saranya Shree R S -23EE045</a:t>
            </a:r>
          </a:p>
          <a:p>
            <a:pPr marL="0" marR="0" lvl="0" indent="0" algn="just" rtl="0">
              <a:lnSpc>
                <a:spcPct val="100000"/>
              </a:lnSpc>
              <a:spcBef>
                <a:spcPts val="0"/>
              </a:spcBef>
              <a:spcAft>
                <a:spcPts val="0"/>
              </a:spcAft>
              <a:buClr>
                <a:schemeClr val="dk1"/>
              </a:buClr>
              <a:buSzPts val="2200"/>
              <a:buNone/>
            </a:pPr>
            <a:r>
              <a:rPr lang="en-US" sz="2300" dirty="0">
                <a:latin typeface="Times New Roman"/>
                <a:cs typeface="Times New Roman"/>
                <a:sym typeface="Times New Roman"/>
              </a:rPr>
              <a:t>	</a:t>
            </a:r>
          </a:p>
        </p:txBody>
      </p:sp>
      <p:pic>
        <p:nvPicPr>
          <p:cNvPr id="4" name="Picture 3"/>
          <p:cNvPicPr>
            <a:picLocks noChangeAspect="1"/>
          </p:cNvPicPr>
          <p:nvPr/>
        </p:nvPicPr>
        <p:blipFill>
          <a:blip r:embed="rId3"/>
          <a:stretch>
            <a:fillRect/>
          </a:stretch>
        </p:blipFill>
        <p:spPr>
          <a:xfrm>
            <a:off x="727587" y="64066"/>
            <a:ext cx="10785987" cy="932242"/>
          </a:xfrm>
          <a:prstGeom prst="rect">
            <a:avLst/>
          </a:prstGeom>
        </p:spPr>
      </p:pic>
      <p:sp>
        <p:nvSpPr>
          <p:cNvPr id="2" name="Footer Placeholder 2">
            <a:extLst>
              <a:ext uri="{FF2B5EF4-FFF2-40B4-BE49-F238E27FC236}">
                <a16:creationId xmlns:a16="http://schemas.microsoft.com/office/drawing/2014/main" id="{C8B3ABAE-0F4E-9C63-09FB-0293245F06CF}"/>
              </a:ext>
            </a:extLst>
          </p:cNvPr>
          <p:cNvSpPr>
            <a:spLocks noGrp="1"/>
          </p:cNvSpPr>
          <p:nvPr>
            <p:ph type="ftr" idx="11"/>
          </p:nvPr>
        </p:nvSpPr>
        <p:spPr>
          <a:xfrm>
            <a:off x="4104046" y="6141209"/>
            <a:ext cx="4141839" cy="711717"/>
          </a:xfrm>
        </p:spPr>
        <p:txBody>
          <a:bodyPr/>
          <a:lstStyle/>
          <a:p>
            <a:pPr algn="ctr"/>
            <a:r>
              <a:rPr lang="en-US"/>
              <a:t>Department of Electrical and Electronics Engineering</a:t>
            </a:r>
            <a:endParaRPr lang="en-IN"/>
          </a:p>
        </p:txBody>
      </p:sp>
      <p:graphicFrame>
        <p:nvGraphicFramePr>
          <p:cNvPr id="6" name="Table 5">
            <a:extLst>
              <a:ext uri="{FF2B5EF4-FFF2-40B4-BE49-F238E27FC236}">
                <a16:creationId xmlns:a16="http://schemas.microsoft.com/office/drawing/2014/main" id="{8EA841E3-29D1-C593-7D76-37812B978C11}"/>
              </a:ext>
            </a:extLst>
          </p:cNvPr>
          <p:cNvGraphicFramePr>
            <a:graphicFrameLocks noGrp="1"/>
          </p:cNvGraphicFramePr>
          <p:nvPr>
            <p:extLst>
              <p:ext uri="{D42A27DB-BD31-4B8C-83A1-F6EECF244321}">
                <p14:modId xmlns:p14="http://schemas.microsoft.com/office/powerpoint/2010/main" val="3880612138"/>
              </p:ext>
            </p:extLst>
          </p:nvPr>
        </p:nvGraphicFramePr>
        <p:xfrm>
          <a:off x="1463040" y="2877185"/>
          <a:ext cx="9198864" cy="1652270"/>
        </p:xfrm>
        <a:graphic>
          <a:graphicData uri="http://schemas.openxmlformats.org/drawingml/2006/table">
            <a:tbl>
              <a:tblPr/>
              <a:tblGrid>
                <a:gridCol w="9198864">
                  <a:extLst>
                    <a:ext uri="{9D8B030D-6E8A-4147-A177-3AD203B41FA5}">
                      <a16:colId xmlns:a16="http://schemas.microsoft.com/office/drawing/2014/main" val="1849525384"/>
                    </a:ext>
                  </a:extLst>
                </a:gridCol>
              </a:tblGrid>
              <a:tr h="0">
                <a:tc>
                  <a:txBody>
                    <a:bodyPr/>
                    <a:lstStyle/>
                    <a:p>
                      <a:pPr algn="ctr" fontAlgn="b">
                        <a:buNone/>
                      </a:pPr>
                      <a:r>
                        <a:rPr lang="en-US" sz="3600" dirty="0"/>
                        <a:t>AI-Enabled Smart Earthing Health Monitoring with Predictive Analytics and Fail-Safe Bypass</a:t>
                      </a:r>
                      <a:endParaRPr lang="en-US" sz="3600" b="0" i="0" u="none" strike="noStrike"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63228735"/>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B5AC1384-5D26-3D00-B00D-BDA43724837A}"/>
            </a:ext>
          </a:extLst>
        </p:cNvPr>
        <p:cNvGrpSpPr/>
        <p:nvPr/>
      </p:nvGrpSpPr>
      <p:grpSpPr>
        <a:xfrm>
          <a:off x="0" y="0"/>
          <a:ext cx="0" cy="0"/>
          <a:chOff x="0" y="0"/>
          <a:chExt cx="0" cy="0"/>
        </a:xfrm>
      </p:grpSpPr>
      <p:sp>
        <p:nvSpPr>
          <p:cNvPr id="1048610" name="Google Shape;85;p13">
            <a:extLst>
              <a:ext uri="{FF2B5EF4-FFF2-40B4-BE49-F238E27FC236}">
                <a16:creationId xmlns:a16="http://schemas.microsoft.com/office/drawing/2014/main" id="{17C4B591-F643-0C4F-0710-8ECCDB7A3DFF}"/>
              </a:ext>
            </a:extLst>
          </p:cNvPr>
          <p:cNvSpPr txBox="1">
            <a:spLocks noGrp="1"/>
          </p:cNvSpPr>
          <p:nvPr>
            <p:ph type="title"/>
          </p:nvPr>
        </p:nvSpPr>
        <p:spPr>
          <a:xfrm>
            <a:off x="839787" y="1154112"/>
            <a:ext cx="10515600" cy="553913"/>
          </a:xfrm>
          <a:prstGeom prst="rect">
            <a:avLst/>
          </a:prstGeom>
          <a:solidFill>
            <a:srgbClr val="9DC3E6"/>
          </a:solidFill>
          <a:ln>
            <a:noFill/>
          </a:ln>
        </p:spPr>
        <p:txBody>
          <a:bodyPr spcFirstLastPara="1" wrap="square" lIns="91425" tIns="45700" rIns="91425" bIns="45700" anchor="ctr" anchorCtr="0">
            <a:noAutofit/>
          </a:bodyPr>
          <a:lstStyle/>
          <a:p>
            <a:pPr lvl="0" algn="ctr">
              <a:buSzPts val="2400"/>
            </a:pPr>
            <a:r>
              <a:rPr lang="en-US" sz="2800" b="1" dirty="0">
                <a:latin typeface="Times New Roman"/>
                <a:cs typeface="Times New Roman"/>
                <a:sym typeface="Times New Roman"/>
              </a:rPr>
              <a:t>Problem Statement</a:t>
            </a:r>
            <a:endParaRPr sz="2800" b="1"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FC24DC2B-9996-C6DB-E8E6-3AD3F9A6E484}"/>
              </a:ext>
            </a:extLst>
          </p:cNvPr>
          <p:cNvPicPr>
            <a:picLocks noChangeAspect="1"/>
          </p:cNvPicPr>
          <p:nvPr/>
        </p:nvPicPr>
        <p:blipFill>
          <a:blip r:embed="rId3"/>
          <a:stretch>
            <a:fillRect/>
          </a:stretch>
        </p:blipFill>
        <p:spPr>
          <a:xfrm>
            <a:off x="420623" y="64066"/>
            <a:ext cx="11091673" cy="932242"/>
          </a:xfrm>
          <a:prstGeom prst="rect">
            <a:avLst/>
          </a:prstGeom>
        </p:spPr>
      </p:pic>
      <p:sp>
        <p:nvSpPr>
          <p:cNvPr id="4" name="TextBox 3">
            <a:extLst>
              <a:ext uri="{FF2B5EF4-FFF2-40B4-BE49-F238E27FC236}">
                <a16:creationId xmlns:a16="http://schemas.microsoft.com/office/drawing/2014/main" id="{369A788A-F0EE-5A6B-33C6-BBE5BD14F2F9}"/>
              </a:ext>
            </a:extLst>
          </p:cNvPr>
          <p:cNvSpPr txBox="1"/>
          <p:nvPr/>
        </p:nvSpPr>
        <p:spPr>
          <a:xfrm>
            <a:off x="708659" y="1900287"/>
            <a:ext cx="10646728" cy="4524315"/>
          </a:xfrm>
          <a:prstGeom prst="rect">
            <a:avLst/>
          </a:prstGeom>
          <a:noFill/>
        </p:spPr>
        <p:txBody>
          <a:bodyPr wrap="square" rtlCol="0">
            <a:spAutoFit/>
          </a:bodyPr>
          <a:lstStyle/>
          <a:p>
            <a:pPr algn="just"/>
            <a:r>
              <a:rPr lang="en-US" sz="2400" b="1" dirty="0"/>
              <a:t>Problem Statement ID</a:t>
            </a:r>
            <a:r>
              <a:rPr lang="en-US" sz="2400" dirty="0"/>
              <a:t>: 1582 (2024)</a:t>
            </a:r>
          </a:p>
          <a:p>
            <a:pPr algn="just"/>
            <a:endParaRPr lang="en-US" sz="2400" dirty="0"/>
          </a:p>
          <a:p>
            <a:pPr algn="just"/>
            <a:r>
              <a:rPr lang="en-US" sz="2400" b="1" dirty="0"/>
              <a:t>Title: </a:t>
            </a:r>
            <a:r>
              <a:rPr lang="en-US" sz="2400" dirty="0"/>
              <a:t>System to check the healthiness of earthing system and alert staff in case of any malfunction </a:t>
            </a:r>
          </a:p>
          <a:p>
            <a:pPr algn="just"/>
            <a:endParaRPr lang="en-US" sz="2400" dirty="0"/>
          </a:p>
          <a:p>
            <a:pPr algn="just"/>
            <a:r>
              <a:rPr lang="en-US" sz="2400" b="1" dirty="0"/>
              <a:t>Description: </a:t>
            </a:r>
            <a:r>
              <a:rPr lang="en-US" sz="2400" dirty="0"/>
              <a:t>Large numbers of electrical pole lights at public areas like parking and stations rely on earth leakage protection. However, malfunctions can pose serious public safety risks, and manual checking requires significant manpower. A sensor-based system is needed to continuously monitor earth leakage current and earthing continuity. It should transmit real-time data to a centralized location and alert the maintenance team through audible and visual signals if earth resistance deviates from safe limits. </a:t>
            </a:r>
            <a:endParaRPr lang="en-IN" sz="1600" dirty="0"/>
          </a:p>
        </p:txBody>
      </p:sp>
    </p:spTree>
    <p:extLst>
      <p:ext uri="{BB962C8B-B14F-4D97-AF65-F5344CB8AC3E}">
        <p14:creationId xmlns:p14="http://schemas.microsoft.com/office/powerpoint/2010/main" val="2031651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B9139297-990B-8ACA-D68C-F38DDD20D2C9}"/>
            </a:ext>
          </a:extLst>
        </p:cNvPr>
        <p:cNvGrpSpPr/>
        <p:nvPr/>
      </p:nvGrpSpPr>
      <p:grpSpPr>
        <a:xfrm>
          <a:off x="0" y="0"/>
          <a:ext cx="0" cy="0"/>
          <a:chOff x="0" y="0"/>
          <a:chExt cx="0" cy="0"/>
        </a:xfrm>
      </p:grpSpPr>
      <p:sp>
        <p:nvSpPr>
          <p:cNvPr id="1048610" name="Google Shape;85;p13">
            <a:extLst>
              <a:ext uri="{FF2B5EF4-FFF2-40B4-BE49-F238E27FC236}">
                <a16:creationId xmlns:a16="http://schemas.microsoft.com/office/drawing/2014/main" id="{F79F4B9B-EB3C-E5F4-2055-3D5839C18367}"/>
              </a:ext>
            </a:extLst>
          </p:cNvPr>
          <p:cNvSpPr txBox="1">
            <a:spLocks noGrp="1"/>
          </p:cNvSpPr>
          <p:nvPr>
            <p:ph type="title"/>
          </p:nvPr>
        </p:nvSpPr>
        <p:spPr>
          <a:xfrm>
            <a:off x="867949" y="996308"/>
            <a:ext cx="10515600" cy="553913"/>
          </a:xfrm>
          <a:prstGeom prst="rect">
            <a:avLst/>
          </a:prstGeom>
          <a:solidFill>
            <a:srgbClr val="9DC3E6"/>
          </a:solidFill>
          <a:ln>
            <a:noFill/>
          </a:ln>
        </p:spPr>
        <p:txBody>
          <a:bodyPr spcFirstLastPara="1" wrap="square" lIns="91425" tIns="45700" rIns="91425" bIns="45700" anchor="ctr" anchorCtr="0">
            <a:noAutofit/>
          </a:bodyPr>
          <a:lstStyle/>
          <a:p>
            <a:pPr lvl="0" algn="ctr">
              <a:buSzPts val="2400"/>
            </a:pPr>
            <a:r>
              <a:rPr lang="en-US" sz="2800" b="1" dirty="0">
                <a:latin typeface="Times New Roman"/>
                <a:cs typeface="Times New Roman"/>
                <a:sym typeface="Times New Roman"/>
              </a:rPr>
              <a:t>Objective</a:t>
            </a:r>
            <a:endParaRPr sz="2800" b="1"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2C8BA869-6420-CE02-EEBF-A94455E414DE}"/>
              </a:ext>
            </a:extLst>
          </p:cNvPr>
          <p:cNvPicPr>
            <a:picLocks noChangeAspect="1"/>
          </p:cNvPicPr>
          <p:nvPr/>
        </p:nvPicPr>
        <p:blipFill>
          <a:blip r:embed="rId3"/>
          <a:stretch>
            <a:fillRect/>
          </a:stretch>
        </p:blipFill>
        <p:spPr>
          <a:xfrm>
            <a:off x="420623" y="64066"/>
            <a:ext cx="11091673" cy="932242"/>
          </a:xfrm>
          <a:prstGeom prst="rect">
            <a:avLst/>
          </a:prstGeom>
        </p:spPr>
      </p:pic>
      <p:sp>
        <p:nvSpPr>
          <p:cNvPr id="3" name="TextBox 2">
            <a:extLst>
              <a:ext uri="{FF2B5EF4-FFF2-40B4-BE49-F238E27FC236}">
                <a16:creationId xmlns:a16="http://schemas.microsoft.com/office/drawing/2014/main" id="{1676ED4C-E709-1198-0F83-AACCEC2F7B2E}"/>
              </a:ext>
            </a:extLst>
          </p:cNvPr>
          <p:cNvSpPr txBox="1"/>
          <p:nvPr/>
        </p:nvSpPr>
        <p:spPr>
          <a:xfrm>
            <a:off x="645381" y="1838731"/>
            <a:ext cx="10642155" cy="4585871"/>
          </a:xfrm>
          <a:prstGeom prst="rect">
            <a:avLst/>
          </a:prstGeom>
          <a:noFill/>
        </p:spPr>
        <p:txBody>
          <a:bodyPr wrap="square" rtlCol="0">
            <a:spAutoFit/>
          </a:bodyPr>
          <a:lstStyle/>
          <a:p>
            <a:pPr marL="457200" indent="-457200" algn="just">
              <a:buFont typeface="Arial" panose="020B0604020202090204" pitchFamily="34" charset="0"/>
              <a:buChar char="•"/>
            </a:pPr>
            <a:r>
              <a:rPr lang="en-US" sz="2400" dirty="0"/>
              <a:t>To design an IoT-enabled ELCB monitoring system for enhanced electrical safety.</a:t>
            </a:r>
          </a:p>
          <a:p>
            <a:pPr marL="457200" indent="-457200" algn="just">
              <a:buFont typeface="Arial" panose="020B0604020202090204" pitchFamily="34" charset="0"/>
              <a:buChar char="•"/>
            </a:pPr>
            <a:r>
              <a:rPr lang="en-US" sz="2400" dirty="0"/>
              <a:t>To detect leakage current and verify whether the ELCB trips correctly.</a:t>
            </a:r>
          </a:p>
          <a:p>
            <a:pPr marL="457200" indent="-457200" algn="just">
              <a:buFont typeface="Arial" panose="020B0604020202090204" pitchFamily="34" charset="0"/>
              <a:buChar char="•"/>
            </a:pPr>
            <a:r>
              <a:rPr lang="en-US" sz="2400" dirty="0"/>
              <a:t>To provide alerts and notifications (mobile) during unsafe conditions.</a:t>
            </a:r>
          </a:p>
          <a:p>
            <a:pPr marL="457200" indent="-457200" algn="just">
              <a:buFont typeface="Arial" panose="020B0604020202090204" pitchFamily="34" charset="0"/>
              <a:buChar char="•"/>
            </a:pPr>
            <a:r>
              <a:rPr lang="en-US" sz="2400" dirty="0"/>
              <a:t>To implement dual response modes: direct power cut or bypass supply for continuity.</a:t>
            </a:r>
          </a:p>
          <a:p>
            <a:pPr marL="457200" indent="-457200" algn="just">
              <a:buFont typeface="Arial" panose="020B0604020202090204" pitchFamily="34" charset="0"/>
              <a:buChar char="•"/>
            </a:pPr>
            <a:r>
              <a:rPr lang="en-US" sz="2400" dirty="0"/>
              <a:t>To enable cloud data logging for historical analysis and remote monitoring.</a:t>
            </a:r>
          </a:p>
          <a:p>
            <a:pPr marL="457200" indent="-457200" algn="just">
              <a:buFont typeface="Arial" panose="020B0604020202090204" pitchFamily="34" charset="0"/>
              <a:buChar char="•"/>
            </a:pPr>
            <a:r>
              <a:rPr lang="en-US" sz="2400" dirty="0"/>
              <a:t>To use AI/ML prediction for early detection of ELCB degradation or failure trends.</a:t>
            </a:r>
          </a:p>
          <a:p>
            <a:pPr marL="457200" indent="-457200" algn="just">
              <a:buFont typeface="Arial" panose="020B0604020202090204" pitchFamily="34" charset="0"/>
              <a:buChar char="•"/>
            </a:pPr>
            <a:r>
              <a:rPr lang="en-US" sz="2400" dirty="0"/>
              <a:t>To incorporate a self-test mechanism that automatically checks ELCB health</a:t>
            </a:r>
            <a:r>
              <a:rPr lang="en-US" sz="2800" dirty="0"/>
              <a:t>.</a:t>
            </a:r>
            <a:endParaRPr lang="en-US" sz="1800" dirty="0"/>
          </a:p>
        </p:txBody>
      </p:sp>
    </p:spTree>
    <p:extLst>
      <p:ext uri="{BB962C8B-B14F-4D97-AF65-F5344CB8AC3E}">
        <p14:creationId xmlns:p14="http://schemas.microsoft.com/office/powerpoint/2010/main" val="7761958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1048610" name="Google Shape;85;p13"/>
          <p:cNvSpPr txBox="1">
            <a:spLocks noGrp="1"/>
          </p:cNvSpPr>
          <p:nvPr>
            <p:ph type="title"/>
          </p:nvPr>
        </p:nvSpPr>
        <p:spPr>
          <a:xfrm>
            <a:off x="931227" y="1338989"/>
            <a:ext cx="10515600" cy="553913"/>
          </a:xfrm>
          <a:prstGeom prst="rect">
            <a:avLst/>
          </a:prstGeom>
          <a:solidFill>
            <a:srgbClr val="9DC3E6"/>
          </a:solidFill>
          <a:ln>
            <a:noFill/>
          </a:ln>
        </p:spPr>
        <p:txBody>
          <a:bodyPr spcFirstLastPara="1" wrap="square" lIns="91425" tIns="45700" rIns="91425" bIns="45700" anchor="ctr" anchorCtr="0">
            <a:noAutofit/>
          </a:bodyPr>
          <a:lstStyle/>
          <a:p>
            <a:pPr lvl="0" algn="ctr">
              <a:buSzPts val="2400"/>
            </a:pPr>
            <a:r>
              <a:rPr lang="en-US" sz="2800" b="1" dirty="0">
                <a:latin typeface="Times New Roman"/>
                <a:cs typeface="Times New Roman"/>
                <a:sym typeface="Times New Roman"/>
              </a:rPr>
              <a:t>Abstract</a:t>
            </a:r>
            <a:endParaRPr sz="2800" b="1" dirty="0">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3"/>
          <a:stretch>
            <a:fillRect/>
          </a:stretch>
        </p:blipFill>
        <p:spPr>
          <a:xfrm>
            <a:off x="420623" y="64066"/>
            <a:ext cx="11091673" cy="932242"/>
          </a:xfrm>
          <a:prstGeom prst="rect">
            <a:avLst/>
          </a:prstGeom>
        </p:spPr>
      </p:pic>
      <p:sp>
        <p:nvSpPr>
          <p:cNvPr id="3" name="TextBox 2">
            <a:extLst>
              <a:ext uri="{FF2B5EF4-FFF2-40B4-BE49-F238E27FC236}">
                <a16:creationId xmlns:a16="http://schemas.microsoft.com/office/drawing/2014/main" id="{409F148A-8B55-03D8-251A-0B6335B4B15F}"/>
              </a:ext>
            </a:extLst>
          </p:cNvPr>
          <p:cNvSpPr txBox="1"/>
          <p:nvPr/>
        </p:nvSpPr>
        <p:spPr>
          <a:xfrm>
            <a:off x="803211" y="2235583"/>
            <a:ext cx="10771632" cy="3970318"/>
          </a:xfrm>
          <a:prstGeom prst="rect">
            <a:avLst/>
          </a:prstGeom>
          <a:noFill/>
        </p:spPr>
        <p:txBody>
          <a:bodyPr wrap="square" rtlCol="0">
            <a:spAutoFit/>
          </a:bodyPr>
          <a:lstStyle/>
          <a:p>
            <a:pPr algn="just"/>
            <a:r>
              <a:rPr lang="en-US" sz="2800" dirty="0"/>
              <a:t>The proposed solution is an IoT-based ELCB monitoring system that ensures both safety and reliability. A current sensor checks for leakage, and if the ELCB fails to trip, the ESP32 raises alerts via buzzer, LED, and mobile notifications while either cutting power or switching to bypass mode for temporary supply. Leakage data is uploaded to the cloud for AI analysis, which predicts abnormal patterns and gives early warnings of ELCB degradation. A self-test mode is also included, where artificial leakage is injected to verify breaker health, ensuring timely detection of faults.</a:t>
            </a:r>
            <a:endParaRPr lang="en-US" sz="1800" dirty="0"/>
          </a:p>
        </p:txBody>
      </p:sp>
    </p:spTree>
    <p:extLst>
      <p:ext uri="{BB962C8B-B14F-4D97-AF65-F5344CB8AC3E}">
        <p14:creationId xmlns:p14="http://schemas.microsoft.com/office/powerpoint/2010/main" val="24981900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F7735CF6-6284-4A84-0B38-E0D3EDFB938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479" t="9983" r="8604" b="3601"/>
          <a:stretch>
            <a:fillRect/>
          </a:stretch>
        </p:blipFill>
        <p:spPr bwMode="auto">
          <a:xfrm>
            <a:off x="923544" y="100584"/>
            <a:ext cx="5806440" cy="663854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951665D-798E-EE8D-0E5D-039166F6B108}"/>
              </a:ext>
            </a:extLst>
          </p:cNvPr>
          <p:cNvSpPr txBox="1"/>
          <p:nvPr/>
        </p:nvSpPr>
        <p:spPr>
          <a:xfrm>
            <a:off x="5879592" y="2697480"/>
            <a:ext cx="6861048" cy="461665"/>
          </a:xfrm>
          <a:prstGeom prst="rect">
            <a:avLst/>
          </a:prstGeom>
          <a:noFill/>
        </p:spPr>
        <p:txBody>
          <a:bodyPr wrap="square" rtlCol="0">
            <a:spAutoFit/>
          </a:bodyPr>
          <a:lstStyle/>
          <a:p>
            <a:r>
              <a:rPr lang="en-US" sz="2400" b="1" dirty="0"/>
              <a:t>ELCB Fault Detection → Bypass</a:t>
            </a:r>
            <a:endParaRPr lang="en-US" sz="2400" dirty="0"/>
          </a:p>
        </p:txBody>
      </p:sp>
    </p:spTree>
    <p:extLst>
      <p:ext uri="{BB962C8B-B14F-4D97-AF65-F5344CB8AC3E}">
        <p14:creationId xmlns:p14="http://schemas.microsoft.com/office/powerpoint/2010/main" val="25265345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5E303-00DC-98AD-DF42-1BED35DB3216}"/>
            </a:ext>
          </a:extLst>
        </p:cNvPr>
        <p:cNvGrpSpPr/>
        <p:nvPr/>
      </p:nvGrpSpPr>
      <p:grpSpPr>
        <a:xfrm>
          <a:off x="0" y="0"/>
          <a:ext cx="0" cy="0"/>
          <a:chOff x="0" y="0"/>
          <a:chExt cx="0" cy="0"/>
        </a:xfrm>
      </p:grpSpPr>
      <p:pic>
        <p:nvPicPr>
          <p:cNvPr id="2050" name="Picture 2">
            <a:extLst>
              <a:ext uri="{FF2B5EF4-FFF2-40B4-BE49-F238E27FC236}">
                <a16:creationId xmlns:a16="http://schemas.microsoft.com/office/drawing/2014/main" id="{52B7D970-BE36-43D4-7482-4EE9FA0AC9A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7077" t="17066" r="17195" b="13467"/>
          <a:stretch>
            <a:fillRect/>
          </a:stretch>
        </p:blipFill>
        <p:spPr bwMode="auto">
          <a:xfrm>
            <a:off x="925068" y="118872"/>
            <a:ext cx="10341863" cy="654506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92A6C5B-0510-B846-1B85-72134F31E4B7}"/>
              </a:ext>
            </a:extLst>
          </p:cNvPr>
          <p:cNvSpPr txBox="1"/>
          <p:nvPr/>
        </p:nvSpPr>
        <p:spPr>
          <a:xfrm>
            <a:off x="713232" y="475488"/>
            <a:ext cx="2889504" cy="584775"/>
          </a:xfrm>
          <a:prstGeom prst="rect">
            <a:avLst/>
          </a:prstGeom>
          <a:noFill/>
        </p:spPr>
        <p:txBody>
          <a:bodyPr wrap="square" rtlCol="0">
            <a:spAutoFit/>
          </a:bodyPr>
          <a:lstStyle/>
          <a:p>
            <a:r>
              <a:rPr lang="en-US" sz="3200" b="1" dirty="0"/>
              <a:t>Data &amp; AI</a:t>
            </a:r>
          </a:p>
        </p:txBody>
      </p:sp>
    </p:spTree>
    <p:extLst>
      <p:ext uri="{BB962C8B-B14F-4D97-AF65-F5344CB8AC3E}">
        <p14:creationId xmlns:p14="http://schemas.microsoft.com/office/powerpoint/2010/main" val="32390450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BF44063-B9C3-1BF3-0AC0-FCEF5D852BB2}"/>
              </a:ext>
            </a:extLst>
          </p:cNvPr>
          <p:cNvPicPr>
            <a:picLocks noChangeAspect="1"/>
          </p:cNvPicPr>
          <p:nvPr/>
        </p:nvPicPr>
        <p:blipFill>
          <a:blip r:embed="rId2"/>
          <a:stretch>
            <a:fillRect/>
          </a:stretch>
        </p:blipFill>
        <p:spPr>
          <a:xfrm>
            <a:off x="471063" y="28397"/>
            <a:ext cx="11091673" cy="932242"/>
          </a:xfrm>
          <a:prstGeom prst="rect">
            <a:avLst/>
          </a:prstGeom>
        </p:spPr>
      </p:pic>
      <p:sp>
        <p:nvSpPr>
          <p:cNvPr id="6" name="Google Shape;85;p13">
            <a:extLst>
              <a:ext uri="{FF2B5EF4-FFF2-40B4-BE49-F238E27FC236}">
                <a16:creationId xmlns:a16="http://schemas.microsoft.com/office/drawing/2014/main" id="{2C7F4D65-5BCF-39A4-5D17-3C3AC4492A06}"/>
              </a:ext>
            </a:extLst>
          </p:cNvPr>
          <p:cNvSpPr txBox="1">
            <a:spLocks noGrp="1"/>
          </p:cNvSpPr>
          <p:nvPr>
            <p:ph type="title"/>
          </p:nvPr>
        </p:nvSpPr>
        <p:spPr>
          <a:xfrm>
            <a:off x="838200" y="1006637"/>
            <a:ext cx="10515600" cy="553913"/>
          </a:xfrm>
          <a:prstGeom prst="rect">
            <a:avLst/>
          </a:prstGeom>
          <a:solidFill>
            <a:srgbClr val="9DC3E6"/>
          </a:solidFill>
          <a:ln>
            <a:noFill/>
          </a:ln>
        </p:spPr>
        <p:txBody>
          <a:bodyPr spcFirstLastPara="1" wrap="square" lIns="91425" tIns="45700" rIns="91425" bIns="45700" anchor="ctr" anchorCtr="0">
            <a:noAutofit/>
          </a:bodyPr>
          <a:lstStyle/>
          <a:p>
            <a:pPr algn="ctr"/>
            <a:r>
              <a:rPr lang="en-US" sz="2800" b="1" dirty="0"/>
              <a:t>Uniqueness &amp; Novelty</a:t>
            </a:r>
          </a:p>
        </p:txBody>
      </p:sp>
      <p:sp>
        <p:nvSpPr>
          <p:cNvPr id="7" name="TextBox 6">
            <a:extLst>
              <a:ext uri="{FF2B5EF4-FFF2-40B4-BE49-F238E27FC236}">
                <a16:creationId xmlns:a16="http://schemas.microsoft.com/office/drawing/2014/main" id="{783DEFE7-0666-2B4B-5C53-56CAE7F82176}"/>
              </a:ext>
            </a:extLst>
          </p:cNvPr>
          <p:cNvSpPr txBox="1"/>
          <p:nvPr/>
        </p:nvSpPr>
        <p:spPr>
          <a:xfrm>
            <a:off x="838202" y="1560550"/>
            <a:ext cx="10515598" cy="4832092"/>
          </a:xfrm>
          <a:prstGeom prst="rect">
            <a:avLst/>
          </a:prstGeom>
          <a:noFill/>
        </p:spPr>
        <p:txBody>
          <a:bodyPr wrap="square" rtlCol="0">
            <a:spAutoFit/>
          </a:bodyPr>
          <a:lstStyle/>
          <a:p>
            <a:pPr marL="342900" indent="-342900" algn="just">
              <a:buFont typeface="Arial" panose="020B0604020202090204" pitchFamily="34" charset="0"/>
              <a:buChar char="•"/>
            </a:pPr>
            <a:r>
              <a:rPr lang="en-US" sz="2800" dirty="0"/>
              <a:t>Ensures </a:t>
            </a:r>
            <a:r>
              <a:rPr lang="en-US" sz="2800" b="1" dirty="0"/>
              <a:t>continuous protection + predictive maintenance</a:t>
            </a:r>
            <a:r>
              <a:rPr lang="en-US" sz="2800" dirty="0"/>
              <a:t> in a single compact system.</a:t>
            </a:r>
          </a:p>
          <a:p>
            <a:pPr marL="342900" indent="-342900" algn="just">
              <a:buFont typeface="Arial" panose="020B0604020202090204" pitchFamily="34" charset="0"/>
              <a:buChar char="•"/>
            </a:pPr>
            <a:r>
              <a:rPr lang="en-US" sz="2800" dirty="0"/>
              <a:t>Integrates </a:t>
            </a:r>
            <a:r>
              <a:rPr lang="en-US" sz="2800" b="1" dirty="0"/>
              <a:t>IoT alerts</a:t>
            </a:r>
            <a:r>
              <a:rPr lang="en-US" sz="2800" dirty="0"/>
              <a:t> (SMS/app) for real-time notification.</a:t>
            </a:r>
          </a:p>
          <a:p>
            <a:pPr marL="342900" indent="-342900" algn="just">
              <a:buFont typeface="Arial" panose="020B0604020202090204" pitchFamily="34" charset="0"/>
              <a:buChar char="•"/>
            </a:pPr>
            <a:r>
              <a:rPr lang="en-US" sz="2800" dirty="0"/>
              <a:t>Provides </a:t>
            </a:r>
            <a:r>
              <a:rPr lang="en-US" sz="2800" b="1" dirty="0"/>
              <a:t>dual safety modes</a:t>
            </a:r>
            <a:r>
              <a:rPr lang="en-US" sz="2800" dirty="0"/>
              <a:t> → direct power cut or bypass supply for essential loads.</a:t>
            </a:r>
          </a:p>
          <a:p>
            <a:pPr marL="342900" indent="-342900" algn="just">
              <a:buFont typeface="Arial" panose="020B0604020202090204" pitchFamily="34" charset="0"/>
              <a:buChar char="•"/>
            </a:pPr>
            <a:r>
              <a:rPr lang="en-US" sz="2800" dirty="0"/>
              <a:t>Goes </a:t>
            </a:r>
            <a:r>
              <a:rPr lang="en-US" sz="2800" b="1" dirty="0"/>
              <a:t>beyond standard ELCB</a:t>
            </a:r>
            <a:r>
              <a:rPr lang="en-US" sz="2800" dirty="0"/>
              <a:t> by detecting when the breaker </a:t>
            </a:r>
            <a:r>
              <a:rPr lang="en-US" sz="2800" i="1" dirty="0"/>
              <a:t>fails to trip</a:t>
            </a:r>
            <a:r>
              <a:rPr lang="en-US" sz="2800" dirty="0"/>
              <a:t>.</a:t>
            </a:r>
          </a:p>
          <a:p>
            <a:pPr marL="342900" indent="-342900" algn="just">
              <a:buFont typeface="Arial" panose="020B0604020202090204" pitchFamily="34" charset="0"/>
              <a:buChar char="•"/>
            </a:pPr>
            <a:r>
              <a:rPr lang="en-US" sz="2800" b="1" dirty="0"/>
              <a:t>Cloud-based data logging</a:t>
            </a:r>
            <a:r>
              <a:rPr lang="en-US" sz="2800" dirty="0"/>
              <a:t> with AI/ML for predictive fault detection.</a:t>
            </a:r>
          </a:p>
          <a:p>
            <a:pPr marL="342900" indent="-342900" algn="just">
              <a:buFont typeface="Arial" panose="020B0604020202090204" pitchFamily="34" charset="0"/>
              <a:buChar char="•"/>
            </a:pPr>
            <a:r>
              <a:rPr lang="en-US" sz="2800" b="1" dirty="0"/>
              <a:t>Self-test mode</a:t>
            </a:r>
            <a:r>
              <a:rPr lang="en-US" sz="2800" dirty="0"/>
              <a:t> with artificial leakage injection for automatic breaker health check.</a:t>
            </a:r>
          </a:p>
        </p:txBody>
      </p:sp>
    </p:spTree>
    <p:extLst>
      <p:ext uri="{BB962C8B-B14F-4D97-AF65-F5344CB8AC3E}">
        <p14:creationId xmlns:p14="http://schemas.microsoft.com/office/powerpoint/2010/main" val="24627742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41982-ED5B-411A-53E4-C41EA9880FF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8A18B4B-8713-2701-0249-F233A7BFB30D}"/>
              </a:ext>
            </a:extLst>
          </p:cNvPr>
          <p:cNvPicPr>
            <a:picLocks noChangeAspect="1"/>
          </p:cNvPicPr>
          <p:nvPr/>
        </p:nvPicPr>
        <p:blipFill>
          <a:blip r:embed="rId2"/>
          <a:stretch>
            <a:fillRect/>
          </a:stretch>
        </p:blipFill>
        <p:spPr>
          <a:xfrm>
            <a:off x="379623" y="86520"/>
            <a:ext cx="11091673" cy="932242"/>
          </a:xfrm>
          <a:prstGeom prst="rect">
            <a:avLst/>
          </a:prstGeom>
        </p:spPr>
      </p:pic>
      <p:graphicFrame>
        <p:nvGraphicFramePr>
          <p:cNvPr id="2" name="Table 1">
            <a:extLst>
              <a:ext uri="{FF2B5EF4-FFF2-40B4-BE49-F238E27FC236}">
                <a16:creationId xmlns:a16="http://schemas.microsoft.com/office/drawing/2014/main" id="{C8E14EE5-D827-CF58-7867-B9C9436BDCFD}"/>
              </a:ext>
            </a:extLst>
          </p:cNvPr>
          <p:cNvGraphicFramePr>
            <a:graphicFrameLocks noGrp="1"/>
          </p:cNvGraphicFramePr>
          <p:nvPr>
            <p:extLst>
              <p:ext uri="{D42A27DB-BD31-4B8C-83A1-F6EECF244321}">
                <p14:modId xmlns:p14="http://schemas.microsoft.com/office/powerpoint/2010/main" val="1209940097"/>
              </p:ext>
            </p:extLst>
          </p:nvPr>
        </p:nvGraphicFramePr>
        <p:xfrm>
          <a:off x="859536" y="1613123"/>
          <a:ext cx="10890504" cy="4659454"/>
        </p:xfrm>
        <a:graphic>
          <a:graphicData uri="http://schemas.openxmlformats.org/drawingml/2006/table">
            <a:tbl>
              <a:tblPr>
                <a:tableStyleId>{7C068001-86CC-4679-B5FB-0ECD48F74FFF}</a:tableStyleId>
              </a:tblPr>
              <a:tblGrid>
                <a:gridCol w="3630168">
                  <a:extLst>
                    <a:ext uri="{9D8B030D-6E8A-4147-A177-3AD203B41FA5}">
                      <a16:colId xmlns:a16="http://schemas.microsoft.com/office/drawing/2014/main" val="1166850904"/>
                    </a:ext>
                  </a:extLst>
                </a:gridCol>
                <a:gridCol w="3630168">
                  <a:extLst>
                    <a:ext uri="{9D8B030D-6E8A-4147-A177-3AD203B41FA5}">
                      <a16:colId xmlns:a16="http://schemas.microsoft.com/office/drawing/2014/main" val="1246999323"/>
                    </a:ext>
                  </a:extLst>
                </a:gridCol>
                <a:gridCol w="3630168">
                  <a:extLst>
                    <a:ext uri="{9D8B030D-6E8A-4147-A177-3AD203B41FA5}">
                      <a16:colId xmlns:a16="http://schemas.microsoft.com/office/drawing/2014/main" val="1981171305"/>
                    </a:ext>
                  </a:extLst>
                </a:gridCol>
              </a:tblGrid>
              <a:tr h="882670">
                <a:tc>
                  <a:txBody>
                    <a:bodyPr/>
                    <a:lstStyle/>
                    <a:p>
                      <a:pPr>
                        <a:buNone/>
                      </a:pPr>
                      <a:r>
                        <a:rPr lang="en-US" sz="2000" b="1" dirty="0"/>
                        <a:t>Feature</a:t>
                      </a:r>
                      <a:endParaRPr lang="en-US" sz="2000" dirty="0"/>
                    </a:p>
                  </a:txBody>
                  <a:tcPr anchor="ctr"/>
                </a:tc>
                <a:tc>
                  <a:txBody>
                    <a:bodyPr/>
                    <a:lstStyle/>
                    <a:p>
                      <a:pPr>
                        <a:buNone/>
                      </a:pPr>
                      <a:r>
                        <a:rPr lang="en-US" sz="2000" b="1"/>
                        <a:t>Existing System</a:t>
                      </a:r>
                      <a:endParaRPr lang="en-US" sz="2000"/>
                    </a:p>
                  </a:txBody>
                  <a:tcPr anchor="ctr"/>
                </a:tc>
                <a:tc>
                  <a:txBody>
                    <a:bodyPr/>
                    <a:lstStyle/>
                    <a:p>
                      <a:pPr>
                        <a:buNone/>
                      </a:pPr>
                      <a:r>
                        <a:rPr lang="en-US" sz="2000" b="1"/>
                        <a:t>Proposed System</a:t>
                      </a:r>
                      <a:endParaRPr lang="en-US" sz="2000"/>
                    </a:p>
                  </a:txBody>
                  <a:tcPr anchor="ctr"/>
                </a:tc>
                <a:extLst>
                  <a:ext uri="{0D108BD9-81ED-4DB2-BD59-A6C34878D82A}">
                    <a16:rowId xmlns:a16="http://schemas.microsoft.com/office/drawing/2014/main" val="621535249"/>
                  </a:ext>
                </a:extLst>
              </a:tr>
              <a:tr h="923648">
                <a:tc>
                  <a:txBody>
                    <a:bodyPr/>
                    <a:lstStyle/>
                    <a:p>
                      <a:pPr>
                        <a:buNone/>
                      </a:pPr>
                      <a:r>
                        <a:rPr lang="en-US" sz="2000" b="1" dirty="0"/>
                        <a:t>Leakage Detection</a:t>
                      </a:r>
                      <a:endParaRPr lang="en-US" sz="2000" dirty="0"/>
                    </a:p>
                  </a:txBody>
                  <a:tcPr anchor="ctr"/>
                </a:tc>
                <a:tc>
                  <a:txBody>
                    <a:bodyPr/>
                    <a:lstStyle/>
                    <a:p>
                      <a:pPr>
                        <a:buNone/>
                      </a:pPr>
                      <a:r>
                        <a:rPr lang="en-US" sz="2000" dirty="0"/>
                        <a:t>Trips only if leakage is detected and breaker works.</a:t>
                      </a:r>
                    </a:p>
                  </a:txBody>
                  <a:tcPr anchor="ctr"/>
                </a:tc>
                <a:tc>
                  <a:txBody>
                    <a:bodyPr/>
                    <a:lstStyle/>
                    <a:p>
                      <a:pPr>
                        <a:buNone/>
                      </a:pPr>
                      <a:r>
                        <a:rPr lang="en-US" sz="2000"/>
                        <a:t>Detects leakage and also checks if ELCB fails to trip.</a:t>
                      </a:r>
                    </a:p>
                  </a:txBody>
                  <a:tcPr anchor="ctr"/>
                </a:tc>
                <a:extLst>
                  <a:ext uri="{0D108BD9-81ED-4DB2-BD59-A6C34878D82A}">
                    <a16:rowId xmlns:a16="http://schemas.microsoft.com/office/drawing/2014/main" val="60233121"/>
                  </a:ext>
                </a:extLst>
              </a:tr>
              <a:tr h="923648">
                <a:tc>
                  <a:txBody>
                    <a:bodyPr/>
                    <a:lstStyle/>
                    <a:p>
                      <a:pPr>
                        <a:buNone/>
                      </a:pPr>
                      <a:r>
                        <a:rPr lang="en-US" sz="2000" b="1"/>
                        <a:t>User Alerts</a:t>
                      </a:r>
                      <a:endParaRPr lang="en-US" sz="2000"/>
                    </a:p>
                  </a:txBody>
                  <a:tcPr anchor="ctr"/>
                </a:tc>
                <a:tc>
                  <a:txBody>
                    <a:bodyPr/>
                    <a:lstStyle/>
                    <a:p>
                      <a:pPr>
                        <a:buNone/>
                      </a:pPr>
                      <a:r>
                        <a:rPr lang="en-US" sz="2000"/>
                        <a:t>No alert mechanism.</a:t>
                      </a:r>
                    </a:p>
                  </a:txBody>
                  <a:tcPr anchor="ctr"/>
                </a:tc>
                <a:tc>
                  <a:txBody>
                    <a:bodyPr/>
                    <a:lstStyle/>
                    <a:p>
                      <a:pPr>
                        <a:buNone/>
                      </a:pPr>
                      <a:r>
                        <a:rPr lang="en-US" sz="2000" dirty="0"/>
                        <a:t>Mobile notifications.</a:t>
                      </a:r>
                    </a:p>
                  </a:txBody>
                  <a:tcPr anchor="ctr"/>
                </a:tc>
                <a:extLst>
                  <a:ext uri="{0D108BD9-81ED-4DB2-BD59-A6C34878D82A}">
                    <a16:rowId xmlns:a16="http://schemas.microsoft.com/office/drawing/2014/main" val="2793712361"/>
                  </a:ext>
                </a:extLst>
              </a:tr>
              <a:tr h="923648">
                <a:tc>
                  <a:txBody>
                    <a:bodyPr/>
                    <a:lstStyle/>
                    <a:p>
                      <a:pPr>
                        <a:buNone/>
                      </a:pPr>
                      <a:r>
                        <a:rPr lang="en-US" sz="2000" b="1" dirty="0"/>
                        <a:t>Data Logging</a:t>
                      </a:r>
                      <a:endParaRPr lang="en-US" sz="2000" dirty="0"/>
                    </a:p>
                  </a:txBody>
                  <a:tcPr anchor="ctr"/>
                </a:tc>
                <a:tc>
                  <a:txBody>
                    <a:bodyPr/>
                    <a:lstStyle/>
                    <a:p>
                      <a:pPr>
                        <a:buNone/>
                      </a:pPr>
                      <a:r>
                        <a:rPr lang="en-US" sz="2000"/>
                        <a:t>Not available.</a:t>
                      </a:r>
                    </a:p>
                  </a:txBody>
                  <a:tcPr anchor="ctr"/>
                </a:tc>
                <a:tc>
                  <a:txBody>
                    <a:bodyPr/>
                    <a:lstStyle/>
                    <a:p>
                      <a:pPr>
                        <a:buNone/>
                      </a:pPr>
                      <a:r>
                        <a:rPr lang="en-US" sz="2000" dirty="0"/>
                        <a:t>Leakage data stored in cloud for history and analysis.</a:t>
                      </a:r>
                    </a:p>
                  </a:txBody>
                  <a:tcPr anchor="ctr"/>
                </a:tc>
                <a:extLst>
                  <a:ext uri="{0D108BD9-81ED-4DB2-BD59-A6C34878D82A}">
                    <a16:rowId xmlns:a16="http://schemas.microsoft.com/office/drawing/2014/main" val="871787600"/>
                  </a:ext>
                </a:extLst>
              </a:tr>
              <a:tr h="923648">
                <a:tc>
                  <a:txBody>
                    <a:bodyPr/>
                    <a:lstStyle/>
                    <a:p>
                      <a:pPr>
                        <a:buNone/>
                      </a:pPr>
                      <a:r>
                        <a:rPr lang="en-US" sz="2000" b="1"/>
                        <a:t>Predictive Maintenance</a:t>
                      </a:r>
                      <a:endParaRPr lang="en-US" sz="2000"/>
                    </a:p>
                  </a:txBody>
                  <a:tcPr anchor="ctr"/>
                </a:tc>
                <a:tc>
                  <a:txBody>
                    <a:bodyPr/>
                    <a:lstStyle/>
                    <a:p>
                      <a:pPr>
                        <a:buNone/>
                      </a:pPr>
                      <a:r>
                        <a:rPr lang="en-US" sz="2000" dirty="0"/>
                        <a:t>Not possible.</a:t>
                      </a:r>
                    </a:p>
                  </a:txBody>
                  <a:tcPr anchor="ctr"/>
                </a:tc>
                <a:tc>
                  <a:txBody>
                    <a:bodyPr/>
                    <a:lstStyle/>
                    <a:p>
                      <a:pPr>
                        <a:buNone/>
                      </a:pPr>
                      <a:r>
                        <a:rPr lang="en-US" sz="2000" dirty="0"/>
                        <a:t>AI/ML predicts abnormal leakage patterns and ELCB degradation.</a:t>
                      </a:r>
                    </a:p>
                  </a:txBody>
                  <a:tcPr anchor="ctr"/>
                </a:tc>
                <a:extLst>
                  <a:ext uri="{0D108BD9-81ED-4DB2-BD59-A6C34878D82A}">
                    <a16:rowId xmlns:a16="http://schemas.microsoft.com/office/drawing/2014/main" val="1214130290"/>
                  </a:ext>
                </a:extLst>
              </a:tr>
            </a:tbl>
          </a:graphicData>
        </a:graphic>
      </p:graphicFrame>
    </p:spTree>
    <p:extLst>
      <p:ext uri="{BB962C8B-B14F-4D97-AF65-F5344CB8AC3E}">
        <p14:creationId xmlns:p14="http://schemas.microsoft.com/office/powerpoint/2010/main" val="13664558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CB3BDA2-8FCC-F5D9-94A3-C27FFABC36B3}"/>
              </a:ext>
            </a:extLst>
          </p:cNvPr>
          <p:cNvPicPr>
            <a:picLocks noChangeAspect="1"/>
          </p:cNvPicPr>
          <p:nvPr/>
        </p:nvPicPr>
        <p:blipFill>
          <a:blip r:embed="rId2"/>
          <a:stretch>
            <a:fillRect/>
          </a:stretch>
        </p:blipFill>
        <p:spPr>
          <a:xfrm>
            <a:off x="471063" y="57893"/>
            <a:ext cx="11091673" cy="932242"/>
          </a:xfrm>
          <a:prstGeom prst="rect">
            <a:avLst/>
          </a:prstGeom>
        </p:spPr>
      </p:pic>
      <p:sp>
        <p:nvSpPr>
          <p:cNvPr id="6" name="Google Shape;85;p13">
            <a:extLst>
              <a:ext uri="{FF2B5EF4-FFF2-40B4-BE49-F238E27FC236}">
                <a16:creationId xmlns:a16="http://schemas.microsoft.com/office/drawing/2014/main" id="{1C8AA10B-1BF3-8AF3-7393-B54D7B1F3942}"/>
              </a:ext>
            </a:extLst>
          </p:cNvPr>
          <p:cNvSpPr txBox="1">
            <a:spLocks noGrp="1"/>
          </p:cNvSpPr>
          <p:nvPr>
            <p:ph type="title"/>
          </p:nvPr>
        </p:nvSpPr>
        <p:spPr>
          <a:xfrm>
            <a:off x="899307" y="1012347"/>
            <a:ext cx="10515600" cy="553913"/>
          </a:xfrm>
          <a:prstGeom prst="rect">
            <a:avLst/>
          </a:prstGeom>
          <a:solidFill>
            <a:srgbClr val="9DC3E6"/>
          </a:solidFill>
          <a:ln>
            <a:noFill/>
          </a:ln>
        </p:spPr>
        <p:txBody>
          <a:bodyPr spcFirstLastPara="1" wrap="square" lIns="91425" tIns="45700" rIns="91425" bIns="45700" anchor="ctr" anchorCtr="0">
            <a:noAutofit/>
          </a:bodyPr>
          <a:lstStyle/>
          <a:p>
            <a:pPr lvl="0" algn="ctr">
              <a:buSzPts val="2400"/>
            </a:pPr>
            <a:r>
              <a:rPr lang="en-US" sz="2800" b="1" dirty="0">
                <a:latin typeface="Times New Roman" panose="02020603050405020304" pitchFamily="18" charset="0"/>
                <a:cs typeface="Times New Roman" panose="02020603050405020304" pitchFamily="18" charset="0"/>
              </a:rPr>
              <a:t>Tech Stack</a:t>
            </a:r>
            <a:endParaRPr sz="2800" b="1"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526365D4-3834-2290-C6DA-EF599C9ECEA1}"/>
              </a:ext>
            </a:extLst>
          </p:cNvPr>
          <p:cNvPicPr>
            <a:picLocks noChangeAspect="1"/>
          </p:cNvPicPr>
          <p:nvPr/>
        </p:nvPicPr>
        <p:blipFill>
          <a:blip r:embed="rId3"/>
          <a:stretch>
            <a:fillRect/>
          </a:stretch>
        </p:blipFill>
        <p:spPr>
          <a:xfrm>
            <a:off x="899307" y="1843217"/>
            <a:ext cx="1841237" cy="1362456"/>
          </a:xfrm>
          <a:prstGeom prst="rect">
            <a:avLst/>
          </a:prstGeom>
        </p:spPr>
      </p:pic>
      <p:sp>
        <p:nvSpPr>
          <p:cNvPr id="10" name="TextBox 9">
            <a:extLst>
              <a:ext uri="{FF2B5EF4-FFF2-40B4-BE49-F238E27FC236}">
                <a16:creationId xmlns:a16="http://schemas.microsoft.com/office/drawing/2014/main" id="{F385756C-62CF-BC4D-B7A8-239F3D0E37B1}"/>
              </a:ext>
            </a:extLst>
          </p:cNvPr>
          <p:cNvSpPr txBox="1"/>
          <p:nvPr/>
        </p:nvSpPr>
        <p:spPr>
          <a:xfrm>
            <a:off x="1389888" y="3229986"/>
            <a:ext cx="758952" cy="307777"/>
          </a:xfrm>
          <a:prstGeom prst="rect">
            <a:avLst/>
          </a:prstGeom>
          <a:noFill/>
        </p:spPr>
        <p:txBody>
          <a:bodyPr wrap="square" rtlCol="0">
            <a:spAutoFit/>
          </a:bodyPr>
          <a:lstStyle/>
          <a:p>
            <a:r>
              <a:rPr lang="en-US" dirty="0"/>
              <a:t>ESP32</a:t>
            </a:r>
          </a:p>
        </p:txBody>
      </p:sp>
      <p:pic>
        <p:nvPicPr>
          <p:cNvPr id="12" name="Picture 11">
            <a:extLst>
              <a:ext uri="{FF2B5EF4-FFF2-40B4-BE49-F238E27FC236}">
                <a16:creationId xmlns:a16="http://schemas.microsoft.com/office/drawing/2014/main" id="{5D5D8572-9782-8A8B-CE84-13A2D5AEFE28}"/>
              </a:ext>
            </a:extLst>
          </p:cNvPr>
          <p:cNvPicPr>
            <a:picLocks noChangeAspect="1"/>
          </p:cNvPicPr>
          <p:nvPr/>
        </p:nvPicPr>
        <p:blipFill>
          <a:blip r:embed="rId4"/>
          <a:srcRect l="14219" t="12531" r="15097" b="12127"/>
          <a:stretch>
            <a:fillRect/>
          </a:stretch>
        </p:blipFill>
        <p:spPr>
          <a:xfrm>
            <a:off x="3218688" y="1843217"/>
            <a:ext cx="1645920" cy="1362456"/>
          </a:xfrm>
          <a:prstGeom prst="rect">
            <a:avLst/>
          </a:prstGeom>
        </p:spPr>
      </p:pic>
      <p:sp>
        <p:nvSpPr>
          <p:cNvPr id="14" name="TextBox 13">
            <a:extLst>
              <a:ext uri="{FF2B5EF4-FFF2-40B4-BE49-F238E27FC236}">
                <a16:creationId xmlns:a16="http://schemas.microsoft.com/office/drawing/2014/main" id="{1ECEA8BD-F260-5E8D-6B20-ED85F273251B}"/>
              </a:ext>
            </a:extLst>
          </p:cNvPr>
          <p:cNvSpPr txBox="1"/>
          <p:nvPr/>
        </p:nvSpPr>
        <p:spPr>
          <a:xfrm>
            <a:off x="3385566" y="3205673"/>
            <a:ext cx="1479042" cy="307777"/>
          </a:xfrm>
          <a:prstGeom prst="rect">
            <a:avLst/>
          </a:prstGeom>
          <a:noFill/>
        </p:spPr>
        <p:txBody>
          <a:bodyPr wrap="square">
            <a:spAutoFit/>
          </a:bodyPr>
          <a:lstStyle/>
          <a:p>
            <a:r>
              <a:rPr lang="en-US" dirty="0"/>
              <a:t>Current Sensor</a:t>
            </a:r>
          </a:p>
        </p:txBody>
      </p:sp>
      <p:pic>
        <p:nvPicPr>
          <p:cNvPr id="16" name="Picture 15">
            <a:extLst>
              <a:ext uri="{FF2B5EF4-FFF2-40B4-BE49-F238E27FC236}">
                <a16:creationId xmlns:a16="http://schemas.microsoft.com/office/drawing/2014/main" id="{17433419-545F-414C-9782-53420B49DE5F}"/>
              </a:ext>
            </a:extLst>
          </p:cNvPr>
          <p:cNvPicPr>
            <a:picLocks noChangeAspect="1"/>
          </p:cNvPicPr>
          <p:nvPr/>
        </p:nvPicPr>
        <p:blipFill>
          <a:blip r:embed="rId5"/>
          <a:srcRect l="8979" t="25200" r="8222" b="22266"/>
          <a:stretch>
            <a:fillRect/>
          </a:stretch>
        </p:blipFill>
        <p:spPr>
          <a:xfrm>
            <a:off x="5342752" y="1843217"/>
            <a:ext cx="2147424" cy="1362456"/>
          </a:xfrm>
          <a:prstGeom prst="rect">
            <a:avLst/>
          </a:prstGeom>
        </p:spPr>
      </p:pic>
      <p:sp>
        <p:nvSpPr>
          <p:cNvPr id="17" name="TextBox 16">
            <a:extLst>
              <a:ext uri="{FF2B5EF4-FFF2-40B4-BE49-F238E27FC236}">
                <a16:creationId xmlns:a16="http://schemas.microsoft.com/office/drawing/2014/main" id="{C9A4113D-7581-0968-9D3F-5825F5890C83}"/>
              </a:ext>
            </a:extLst>
          </p:cNvPr>
          <p:cNvSpPr txBox="1"/>
          <p:nvPr/>
        </p:nvSpPr>
        <p:spPr>
          <a:xfrm>
            <a:off x="6074664" y="3257135"/>
            <a:ext cx="1479042" cy="307777"/>
          </a:xfrm>
          <a:prstGeom prst="rect">
            <a:avLst/>
          </a:prstGeom>
          <a:noFill/>
        </p:spPr>
        <p:txBody>
          <a:bodyPr wrap="square">
            <a:spAutoFit/>
          </a:bodyPr>
          <a:lstStyle/>
          <a:p>
            <a:r>
              <a:rPr lang="en-US" dirty="0"/>
              <a:t>Relay</a:t>
            </a:r>
          </a:p>
        </p:txBody>
      </p:sp>
      <p:pic>
        <p:nvPicPr>
          <p:cNvPr id="19" name="Picture 18">
            <a:extLst>
              <a:ext uri="{FF2B5EF4-FFF2-40B4-BE49-F238E27FC236}">
                <a16:creationId xmlns:a16="http://schemas.microsoft.com/office/drawing/2014/main" id="{32F2CA1D-04AA-B79A-1A14-F7DFAE7790A1}"/>
              </a:ext>
            </a:extLst>
          </p:cNvPr>
          <p:cNvPicPr>
            <a:picLocks noChangeAspect="1"/>
          </p:cNvPicPr>
          <p:nvPr/>
        </p:nvPicPr>
        <p:blipFill>
          <a:blip r:embed="rId6"/>
          <a:srcRect l="16158" t="30000" r="15441" b="30479"/>
          <a:stretch>
            <a:fillRect/>
          </a:stretch>
        </p:blipFill>
        <p:spPr>
          <a:xfrm>
            <a:off x="8190767" y="2191612"/>
            <a:ext cx="3101926" cy="896112"/>
          </a:xfrm>
          <a:prstGeom prst="rect">
            <a:avLst/>
          </a:prstGeom>
        </p:spPr>
      </p:pic>
      <p:pic>
        <p:nvPicPr>
          <p:cNvPr id="21" name="Picture 20">
            <a:extLst>
              <a:ext uri="{FF2B5EF4-FFF2-40B4-BE49-F238E27FC236}">
                <a16:creationId xmlns:a16="http://schemas.microsoft.com/office/drawing/2014/main" id="{661FC50B-3580-DB72-1029-1743AC86C002}"/>
              </a:ext>
            </a:extLst>
          </p:cNvPr>
          <p:cNvPicPr>
            <a:picLocks noChangeAspect="1"/>
          </p:cNvPicPr>
          <p:nvPr/>
        </p:nvPicPr>
        <p:blipFill>
          <a:blip r:embed="rId7"/>
          <a:srcRect l="6845" t="7733" r="11955" b="7866"/>
          <a:stretch>
            <a:fillRect/>
          </a:stretch>
        </p:blipFill>
        <p:spPr>
          <a:xfrm>
            <a:off x="917595" y="3750300"/>
            <a:ext cx="3343509" cy="2095353"/>
          </a:xfrm>
          <a:prstGeom prst="rect">
            <a:avLst/>
          </a:prstGeom>
        </p:spPr>
      </p:pic>
      <p:sp>
        <p:nvSpPr>
          <p:cNvPr id="23" name="TextBox 22">
            <a:extLst>
              <a:ext uri="{FF2B5EF4-FFF2-40B4-BE49-F238E27FC236}">
                <a16:creationId xmlns:a16="http://schemas.microsoft.com/office/drawing/2014/main" id="{36B5F023-E18A-BA8C-8F12-44ABCE673AA5}"/>
              </a:ext>
            </a:extLst>
          </p:cNvPr>
          <p:cNvSpPr txBox="1"/>
          <p:nvPr/>
        </p:nvSpPr>
        <p:spPr>
          <a:xfrm>
            <a:off x="1895548" y="5928614"/>
            <a:ext cx="1351026" cy="307777"/>
          </a:xfrm>
          <a:prstGeom prst="rect">
            <a:avLst/>
          </a:prstGeom>
          <a:noFill/>
        </p:spPr>
        <p:txBody>
          <a:bodyPr wrap="square">
            <a:spAutoFit/>
          </a:bodyPr>
          <a:lstStyle/>
          <a:p>
            <a:r>
              <a:rPr lang="en-US" dirty="0"/>
              <a:t>GSM Module</a:t>
            </a:r>
          </a:p>
        </p:txBody>
      </p:sp>
      <p:pic>
        <p:nvPicPr>
          <p:cNvPr id="25" name="Picture 24">
            <a:extLst>
              <a:ext uri="{FF2B5EF4-FFF2-40B4-BE49-F238E27FC236}">
                <a16:creationId xmlns:a16="http://schemas.microsoft.com/office/drawing/2014/main" id="{CD6BA55B-CE4A-10D6-1510-7A8A0BF9E46B}"/>
              </a:ext>
            </a:extLst>
          </p:cNvPr>
          <p:cNvPicPr>
            <a:picLocks noChangeAspect="1"/>
          </p:cNvPicPr>
          <p:nvPr/>
        </p:nvPicPr>
        <p:blipFill>
          <a:blip r:embed="rId8"/>
          <a:srcRect l="19800" t="6006" r="25300" b="12392"/>
          <a:stretch>
            <a:fillRect/>
          </a:stretch>
        </p:blipFill>
        <p:spPr>
          <a:xfrm>
            <a:off x="4927958" y="4141038"/>
            <a:ext cx="3118105" cy="2095353"/>
          </a:xfrm>
          <a:prstGeom prst="rect">
            <a:avLst/>
          </a:prstGeom>
        </p:spPr>
      </p:pic>
      <p:pic>
        <p:nvPicPr>
          <p:cNvPr id="27" name="Picture 26" descr="A logo with a triangle and a letter&#10;&#10;AI-generated content may be incorrect.">
            <a:extLst>
              <a:ext uri="{FF2B5EF4-FFF2-40B4-BE49-F238E27FC236}">
                <a16:creationId xmlns:a16="http://schemas.microsoft.com/office/drawing/2014/main" id="{A7F2D26D-D4B4-3952-8145-D8B43ACD6B07}"/>
              </a:ext>
            </a:extLst>
          </p:cNvPr>
          <p:cNvPicPr>
            <a:picLocks noChangeAspect="1"/>
          </p:cNvPicPr>
          <p:nvPr/>
        </p:nvPicPr>
        <p:blipFill>
          <a:blip r:embed="rId9"/>
          <a:stretch>
            <a:fillRect/>
          </a:stretch>
        </p:blipFill>
        <p:spPr>
          <a:xfrm>
            <a:off x="9985736" y="3564912"/>
            <a:ext cx="2018127" cy="1285568"/>
          </a:xfrm>
          <a:prstGeom prst="rect">
            <a:avLst/>
          </a:prstGeom>
        </p:spPr>
      </p:pic>
      <p:pic>
        <p:nvPicPr>
          <p:cNvPr id="28" name="Picture 27" descr="A logo with a black background&#10;&#10;AI-generated content may be incorrect.">
            <a:extLst>
              <a:ext uri="{FF2B5EF4-FFF2-40B4-BE49-F238E27FC236}">
                <a16:creationId xmlns:a16="http://schemas.microsoft.com/office/drawing/2014/main" id="{9466C6A5-591F-4F14-F565-23A85B6EBB69}"/>
              </a:ext>
            </a:extLst>
          </p:cNvPr>
          <p:cNvPicPr>
            <a:picLocks noChangeAspect="1"/>
          </p:cNvPicPr>
          <p:nvPr/>
        </p:nvPicPr>
        <p:blipFill>
          <a:blip r:embed="rId10"/>
          <a:stretch>
            <a:fillRect/>
          </a:stretch>
        </p:blipFill>
        <p:spPr>
          <a:xfrm>
            <a:off x="8062446" y="4560085"/>
            <a:ext cx="2285455" cy="1285568"/>
          </a:xfrm>
          <a:prstGeom prst="rect">
            <a:avLst/>
          </a:prstGeom>
        </p:spPr>
      </p:pic>
    </p:spTree>
    <p:extLst>
      <p:ext uri="{BB962C8B-B14F-4D97-AF65-F5344CB8AC3E}">
        <p14:creationId xmlns:p14="http://schemas.microsoft.com/office/powerpoint/2010/main" val="19936971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BEE32-49AD-138A-AF91-6979C6FB460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03FD446-9569-6F05-AFC7-5CA267486164}"/>
              </a:ext>
            </a:extLst>
          </p:cNvPr>
          <p:cNvPicPr>
            <a:picLocks noChangeAspect="1"/>
          </p:cNvPicPr>
          <p:nvPr/>
        </p:nvPicPr>
        <p:blipFill>
          <a:blip r:embed="rId2"/>
          <a:stretch>
            <a:fillRect/>
          </a:stretch>
        </p:blipFill>
        <p:spPr>
          <a:xfrm>
            <a:off x="471062" y="26574"/>
            <a:ext cx="11091673" cy="932242"/>
          </a:xfrm>
          <a:prstGeom prst="rect">
            <a:avLst/>
          </a:prstGeom>
        </p:spPr>
      </p:pic>
      <p:sp>
        <p:nvSpPr>
          <p:cNvPr id="6" name="Google Shape;85;p13">
            <a:extLst>
              <a:ext uri="{FF2B5EF4-FFF2-40B4-BE49-F238E27FC236}">
                <a16:creationId xmlns:a16="http://schemas.microsoft.com/office/drawing/2014/main" id="{16C3A228-F194-D792-0066-AC89668A8B99}"/>
              </a:ext>
            </a:extLst>
          </p:cNvPr>
          <p:cNvSpPr txBox="1">
            <a:spLocks noGrp="1"/>
          </p:cNvSpPr>
          <p:nvPr>
            <p:ph type="title"/>
          </p:nvPr>
        </p:nvSpPr>
        <p:spPr>
          <a:xfrm>
            <a:off x="838200" y="1017281"/>
            <a:ext cx="10515600" cy="553913"/>
          </a:xfrm>
          <a:prstGeom prst="rect">
            <a:avLst/>
          </a:prstGeom>
          <a:solidFill>
            <a:srgbClr val="9DC3E6"/>
          </a:solidFill>
          <a:ln>
            <a:noFill/>
          </a:ln>
        </p:spPr>
        <p:txBody>
          <a:bodyPr spcFirstLastPara="1" wrap="square" lIns="91425" tIns="45700" rIns="91425" bIns="45700" anchor="ctr" anchorCtr="0">
            <a:noAutofit/>
          </a:bodyPr>
          <a:lstStyle/>
          <a:p>
            <a:pPr lvl="0" algn="ctr">
              <a:buSzPts val="2400"/>
            </a:pPr>
            <a:r>
              <a:rPr lang="en-IN" sz="2800" dirty="0"/>
              <a:t>Conclusion</a:t>
            </a:r>
            <a:endParaRPr sz="2800"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4E4A6748-444C-2673-1171-F7654117C7FD}"/>
              </a:ext>
            </a:extLst>
          </p:cNvPr>
          <p:cNvSpPr txBox="1"/>
          <p:nvPr/>
        </p:nvSpPr>
        <p:spPr>
          <a:xfrm>
            <a:off x="1001367" y="1856231"/>
            <a:ext cx="10352433" cy="4524315"/>
          </a:xfrm>
          <a:prstGeom prst="rect">
            <a:avLst/>
          </a:prstGeom>
          <a:noFill/>
        </p:spPr>
        <p:txBody>
          <a:bodyPr wrap="square" rtlCol="0">
            <a:spAutoFit/>
          </a:bodyPr>
          <a:lstStyle/>
          <a:p>
            <a:pPr algn="just"/>
            <a:r>
              <a:rPr lang="en-US" sz="2400" dirty="0"/>
              <a:t>The proposed system successfully enhances the safety and reliability of conventional ELCBs by integrating IoT-based monitoring, smart prediction, and self-test functionalities. By continuously sensing leakage current, the system ensures immediate protection even if the breaker fails to trip, while providing options to either disconnect the load or switch to a bypass mode for uninterrupted supply. With cloud data logging and AI analysis, it can identify abnormal leakage patterns and give early warnings about possible breaker degradation, enabling preventive maintenance. Additionally, the self-test feature allows automatic verification of the ELCB’s health without manual intervention. Overall, the solution combines real-time protection, predictive intelligence, and smart diagnostics to deliver a safer and more reliable electrical protection system than traditional ELCBs.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79168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3877A-D2D3-FFE5-5641-58D99821B64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CF2EB8E-C39C-0ECC-3D3B-C2499D4ECD7C}"/>
              </a:ext>
            </a:extLst>
          </p:cNvPr>
          <p:cNvPicPr>
            <a:picLocks noChangeAspect="1"/>
          </p:cNvPicPr>
          <p:nvPr/>
        </p:nvPicPr>
        <p:blipFill>
          <a:blip r:embed="rId2"/>
          <a:stretch>
            <a:fillRect/>
          </a:stretch>
        </p:blipFill>
        <p:spPr>
          <a:xfrm>
            <a:off x="471062" y="26574"/>
            <a:ext cx="11091673" cy="932242"/>
          </a:xfrm>
          <a:prstGeom prst="rect">
            <a:avLst/>
          </a:prstGeom>
        </p:spPr>
      </p:pic>
      <p:sp>
        <p:nvSpPr>
          <p:cNvPr id="6" name="Google Shape;85;p13">
            <a:extLst>
              <a:ext uri="{FF2B5EF4-FFF2-40B4-BE49-F238E27FC236}">
                <a16:creationId xmlns:a16="http://schemas.microsoft.com/office/drawing/2014/main" id="{39DF2E63-6822-64A6-2E56-16DC1302D497}"/>
              </a:ext>
            </a:extLst>
          </p:cNvPr>
          <p:cNvSpPr txBox="1">
            <a:spLocks noGrp="1"/>
          </p:cNvSpPr>
          <p:nvPr>
            <p:ph type="title"/>
          </p:nvPr>
        </p:nvSpPr>
        <p:spPr>
          <a:xfrm>
            <a:off x="838200" y="1017281"/>
            <a:ext cx="10515600" cy="553913"/>
          </a:xfrm>
          <a:prstGeom prst="rect">
            <a:avLst/>
          </a:prstGeom>
          <a:solidFill>
            <a:srgbClr val="9DC3E6"/>
          </a:solidFill>
          <a:ln>
            <a:noFill/>
          </a:ln>
        </p:spPr>
        <p:txBody>
          <a:bodyPr spcFirstLastPara="1" wrap="square" lIns="91425" tIns="45700" rIns="91425" bIns="45700" anchor="ctr" anchorCtr="0">
            <a:noAutofit/>
          </a:bodyPr>
          <a:lstStyle/>
          <a:p>
            <a:pPr lvl="0" algn="ctr">
              <a:buSzPts val="2400"/>
            </a:pPr>
            <a:r>
              <a:rPr lang="en-IN" sz="2800" dirty="0"/>
              <a:t>Reference Papers</a:t>
            </a:r>
            <a:endParaRPr sz="2800"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844C5F36-45DB-7FA6-497D-1FBE8DE083B2}"/>
              </a:ext>
            </a:extLst>
          </p:cNvPr>
          <p:cNvSpPr txBox="1"/>
          <p:nvPr/>
        </p:nvSpPr>
        <p:spPr>
          <a:xfrm>
            <a:off x="1001367" y="1856231"/>
            <a:ext cx="10352433" cy="4154984"/>
          </a:xfrm>
          <a:prstGeom prst="rect">
            <a:avLst/>
          </a:prstGeom>
          <a:noFill/>
        </p:spPr>
        <p:txBody>
          <a:bodyPr wrap="square" rtlCol="0">
            <a:spAutoFit/>
          </a:bodyPr>
          <a:lstStyle/>
          <a:p>
            <a:pPr marL="342900" indent="-342900" algn="just">
              <a:buFont typeface="Arial" panose="020B0604020202090204" pitchFamily="34" charset="0"/>
              <a:buChar char="•"/>
            </a:pPr>
            <a:r>
              <a:rPr lang="en-US" sz="2400" dirty="0">
                <a:hlinkClick r:id="rId3"/>
              </a:rPr>
              <a:t>Development of Smart Earth Leakage Circuit Breaker Using IoT and Power Electronics</a:t>
            </a:r>
            <a:endParaRPr lang="en-US" sz="2400" dirty="0"/>
          </a:p>
          <a:p>
            <a:pPr algn="just"/>
            <a:endParaRPr lang="en-US" sz="2400" dirty="0"/>
          </a:p>
          <a:p>
            <a:pPr marL="342900" indent="-342900" algn="just">
              <a:buFont typeface="Arial" panose="020B0604020202090204" pitchFamily="34" charset="0"/>
              <a:buChar char="•"/>
            </a:pPr>
            <a:r>
              <a:rPr lang="en-US" sz="2400" dirty="0">
                <a:latin typeface="Times New Roman" panose="02020603050405020304" pitchFamily="18" charset="0"/>
                <a:cs typeface="Times New Roman" panose="02020603050405020304" pitchFamily="18" charset="0"/>
                <a:hlinkClick r:id="rId4"/>
              </a:rPr>
              <a:t> Design of Leakage Current Monitoring System for Low Voltage Power Grid Based on NB-IoT</a:t>
            </a: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9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90204" pitchFamily="34" charset="0"/>
              <a:buChar char="•"/>
            </a:pPr>
            <a:r>
              <a:rPr lang="en-US" sz="2400" dirty="0">
                <a:latin typeface="Times New Roman" panose="02020603050405020304" pitchFamily="18" charset="0"/>
                <a:cs typeface="Times New Roman" panose="02020603050405020304" pitchFamily="18" charset="0"/>
                <a:hlinkClick r:id="rId5"/>
              </a:rPr>
              <a:t>Fault Prediction Based on Leakage Current in Contaminated Insulators Using Enhanced Time Series Forecasting Models</a:t>
            </a: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9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90204" pitchFamily="34" charset="0"/>
              <a:buChar char="•"/>
            </a:pPr>
            <a:r>
              <a:rPr lang="en-US" sz="2400" dirty="0">
                <a:latin typeface="Times New Roman" panose="02020603050405020304" pitchFamily="18" charset="0"/>
                <a:cs typeface="Times New Roman" panose="02020603050405020304" pitchFamily="18" charset="0"/>
                <a:hlinkClick r:id="rId6"/>
              </a:rPr>
              <a:t>Artificial Intelligence based Sensor Data Analytics Framework for Remote Electricity Network Condition Monitoring</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141213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3" name="Footer Placeholder 2"/>
          <p:cNvSpPr>
            <a:spLocks noGrp="1"/>
          </p:cNvSpPr>
          <p:nvPr>
            <p:ph type="ftr" idx="11"/>
          </p:nvPr>
        </p:nvSpPr>
        <p:spPr>
          <a:xfrm>
            <a:off x="4011561" y="6142209"/>
            <a:ext cx="4141839" cy="657900"/>
          </a:xfrm>
        </p:spPr>
        <p:txBody>
          <a:bodyPr/>
          <a:lstStyle/>
          <a:p>
            <a:pPr algn="ctr"/>
            <a:r>
              <a:rPr lang="en-US"/>
              <a:t>Department of Electrical and Electronics Engineering</a:t>
            </a:r>
            <a:endParaRPr lang="en-IN"/>
          </a:p>
        </p:txBody>
      </p:sp>
      <p:sp>
        <p:nvSpPr>
          <p:cNvPr id="7" name="Google Shape;122;p17"/>
          <p:cNvSpPr txBox="1">
            <a:spLocks/>
          </p:cNvSpPr>
          <p:nvPr/>
        </p:nvSpPr>
        <p:spPr>
          <a:xfrm>
            <a:off x="1524000" y="3278800"/>
            <a:ext cx="9144000" cy="50225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pPr marL="0" indent="0" algn="ctr">
              <a:spcBef>
                <a:spcPts val="0"/>
              </a:spcBef>
            </a:pPr>
            <a:r>
              <a:rPr lang="en-US" sz="4400">
                <a:latin typeface="Times New Roman"/>
                <a:ea typeface="Times New Roman"/>
                <a:cs typeface="Times New Roman"/>
                <a:sym typeface="Times New Roman"/>
              </a:rPr>
              <a:t>THANK YOU</a:t>
            </a:r>
            <a:endParaRPr lang="en-GB" sz="4400"/>
          </a:p>
        </p:txBody>
      </p:sp>
      <p:pic>
        <p:nvPicPr>
          <p:cNvPr id="8" name="Picture 7"/>
          <p:cNvPicPr>
            <a:picLocks noChangeAspect="1"/>
          </p:cNvPicPr>
          <p:nvPr/>
        </p:nvPicPr>
        <p:blipFill>
          <a:blip r:embed="rId3"/>
          <a:stretch>
            <a:fillRect/>
          </a:stretch>
        </p:blipFill>
        <p:spPr>
          <a:xfrm>
            <a:off x="420623" y="64066"/>
            <a:ext cx="11091673" cy="932242"/>
          </a:xfrm>
          <a:prstGeom prst="rect">
            <a:avLst/>
          </a:prstGeom>
        </p:spPr>
      </p:pic>
    </p:spTree>
    <p:extLst>
      <p:ext uri="{BB962C8B-B14F-4D97-AF65-F5344CB8AC3E}">
        <p14:creationId xmlns:p14="http://schemas.microsoft.com/office/powerpoint/2010/main" val="4077293625"/>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Internship Report (1)[1]</Template>
  <TotalTime>96</TotalTime>
  <Words>716</Words>
  <Application>Microsoft Office PowerPoint</Application>
  <PresentationFormat>Widescreen</PresentationFormat>
  <Paragraphs>72</Paragraphs>
  <Slides>12</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Core Course Project - 5</vt:lpstr>
      <vt:lpstr>Problem Statement</vt:lpstr>
      <vt:lpstr>Objective</vt:lpstr>
      <vt:lpstr>Abstract</vt:lpstr>
      <vt:lpstr>PowerPoint Presentation</vt:lpstr>
      <vt:lpstr>PowerPoint Presentation</vt:lpstr>
      <vt:lpstr>Uniqueness &amp; Novelty</vt:lpstr>
      <vt:lpstr>PowerPoint Presentation</vt:lpstr>
      <vt:lpstr>Tech Stack</vt:lpstr>
      <vt:lpstr>Conclusion</vt:lpstr>
      <vt:lpstr>Reference Papers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sai samicsha shri D</dc:creator>
  <cp:lastModifiedBy>Saranya Shree R S</cp:lastModifiedBy>
  <cp:revision>3</cp:revision>
  <dcterms:created xsi:type="dcterms:W3CDTF">2025-06-20T04:32:58Z</dcterms:created>
  <dcterms:modified xsi:type="dcterms:W3CDTF">2025-08-26T04:28:59Z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a18dd6657d9e44208dc3a5d2b4c29770</vt:lpwstr>
  </property>
</Properties>
</file>